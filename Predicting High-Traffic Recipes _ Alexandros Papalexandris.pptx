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53" r:id="rId4"/>
    <p:sldMasterId id="21474837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Poppins"/>
      <p:regular r:id="rId17"/>
      <p:bold r:id="rId18"/>
      <p:italic r:id="rId19"/>
      <p:boldItalic r:id="rId20"/>
    </p:embeddedFont>
    <p:embeddedFont>
      <p:font typeface="Urbanist Medium"/>
      <p:regular r:id="rId21"/>
      <p:bold r:id="rId22"/>
      <p:italic r:id="rId23"/>
      <p:boldItalic r:id="rId24"/>
    </p:embeddedFont>
    <p:embeddedFont>
      <p:font typeface="Poppins Light"/>
      <p:regular r:id="rId25"/>
      <p:bold r:id="rId26"/>
      <p:italic r:id="rId27"/>
      <p:boldItalic r:id="rId28"/>
    </p:embeddedFont>
    <p:embeddedFont>
      <p:font typeface="Urbanist"/>
      <p:regular r:id="rId29"/>
      <p:bold r:id="rId30"/>
      <p:italic r:id="rId31"/>
      <p:boldItalic r:id="rId32"/>
    </p:embeddedFont>
    <p:embeddedFont>
      <p:font typeface="Newsreader"/>
      <p:regular r:id="rId33"/>
      <p:bold r:id="rId34"/>
      <p:italic r:id="rId35"/>
      <p:boldItalic r:id="rId36"/>
    </p:embeddedFont>
    <p:embeddedFont>
      <p:font typeface="DM Sans Light"/>
      <p:regular r:id="rId37"/>
      <p:bold r:id="rId38"/>
      <p:italic r:id="rId39"/>
      <p:boldItalic r:id="rId40"/>
    </p:embeddedFont>
    <p:embeddedFont>
      <p:font typeface="DM Sans SemiBold"/>
      <p:regular r:id="rId41"/>
      <p:bold r:id="rId42"/>
      <p:italic r:id="rId43"/>
      <p:boldItalic r:id="rId44"/>
    </p:embeddedFont>
    <p:embeddedFont>
      <p:font typeface="Poppins SemiBold"/>
      <p:regular r:id="rId45"/>
      <p:bold r:id="rId46"/>
      <p:italic r:id="rId47"/>
      <p:boldItalic r:id="rId48"/>
    </p:embeddedFont>
    <p:embeddedFont>
      <p:font typeface="DM Sans"/>
      <p:regular r:id="rId49"/>
      <p:bold r:id="rId50"/>
      <p:italic r:id="rId51"/>
      <p:boldItalic r:id="rId52"/>
    </p:embeddedFont>
    <p:embeddedFont>
      <p:font typeface="Newsreader SemiBold"/>
      <p:regular r:id="rId53"/>
      <p:bold r:id="rId54"/>
      <p:italic r:id="rId55"/>
      <p:boldItalic r:id="rId56"/>
    </p:embeddedFont>
    <p:embeddedFont>
      <p:font typeface="Poppins ExtraBold"/>
      <p:bold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Light-boldItalic.fntdata"/><Relationship Id="rId42" Type="http://schemas.openxmlformats.org/officeDocument/2006/relationships/font" Target="fonts/DMSansSemiBold-bold.fntdata"/><Relationship Id="rId41" Type="http://schemas.openxmlformats.org/officeDocument/2006/relationships/font" Target="fonts/DMSansSemiBold-regular.fntdata"/><Relationship Id="rId44" Type="http://schemas.openxmlformats.org/officeDocument/2006/relationships/font" Target="fonts/DMSansSemiBold-boldItalic.fntdata"/><Relationship Id="rId43" Type="http://schemas.openxmlformats.org/officeDocument/2006/relationships/font" Target="fonts/DMSansSemiBold-italic.fntdata"/><Relationship Id="rId46" Type="http://schemas.openxmlformats.org/officeDocument/2006/relationships/font" Target="fonts/PoppinsSemiBold-bold.fntdata"/><Relationship Id="rId45" Type="http://schemas.openxmlformats.org/officeDocument/2006/relationships/font" Target="fonts/PoppinsSemiBold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PoppinsSemiBold-boldItalic.fntdata"/><Relationship Id="rId47" Type="http://schemas.openxmlformats.org/officeDocument/2006/relationships/font" Target="fonts/PoppinsSemiBold-italic.fntdata"/><Relationship Id="rId49" Type="http://schemas.openxmlformats.org/officeDocument/2006/relationships/font" Target="fonts/DMSans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italic.fntdata"/><Relationship Id="rId30" Type="http://schemas.openxmlformats.org/officeDocument/2006/relationships/font" Target="fonts/Urbanist-bold.fntdata"/><Relationship Id="rId33" Type="http://schemas.openxmlformats.org/officeDocument/2006/relationships/font" Target="fonts/Newsreader-regular.fntdata"/><Relationship Id="rId32" Type="http://schemas.openxmlformats.org/officeDocument/2006/relationships/font" Target="fonts/Urbanist-boldItalic.fntdata"/><Relationship Id="rId35" Type="http://schemas.openxmlformats.org/officeDocument/2006/relationships/font" Target="fonts/Newsreader-italic.fntdata"/><Relationship Id="rId34" Type="http://schemas.openxmlformats.org/officeDocument/2006/relationships/font" Target="fonts/Newsreader-bold.fntdata"/><Relationship Id="rId37" Type="http://schemas.openxmlformats.org/officeDocument/2006/relationships/font" Target="fonts/DMSansLight-regular.fntdata"/><Relationship Id="rId36" Type="http://schemas.openxmlformats.org/officeDocument/2006/relationships/font" Target="fonts/Newsreader-boldItalic.fntdata"/><Relationship Id="rId39" Type="http://schemas.openxmlformats.org/officeDocument/2006/relationships/font" Target="fonts/DMSansLight-italic.fntdata"/><Relationship Id="rId38" Type="http://schemas.openxmlformats.org/officeDocument/2006/relationships/font" Target="fonts/DMSansLight-bold.fntdata"/><Relationship Id="rId20" Type="http://schemas.openxmlformats.org/officeDocument/2006/relationships/font" Target="fonts/Poppins-boldItalic.fntdata"/><Relationship Id="rId22" Type="http://schemas.openxmlformats.org/officeDocument/2006/relationships/font" Target="fonts/UrbanistMedium-bold.fntdata"/><Relationship Id="rId21" Type="http://schemas.openxmlformats.org/officeDocument/2006/relationships/font" Target="fonts/UrbanistMedium-regular.fntdata"/><Relationship Id="rId24" Type="http://schemas.openxmlformats.org/officeDocument/2006/relationships/font" Target="fonts/UrbanistMedium-boldItalic.fntdata"/><Relationship Id="rId23" Type="http://schemas.openxmlformats.org/officeDocument/2006/relationships/font" Target="fonts/UrbanistMedium-italic.fntdata"/><Relationship Id="rId26" Type="http://schemas.openxmlformats.org/officeDocument/2006/relationships/font" Target="fonts/PoppinsLight-bold.fntdata"/><Relationship Id="rId25" Type="http://schemas.openxmlformats.org/officeDocument/2006/relationships/font" Target="fonts/PoppinsLight-regular.fntdata"/><Relationship Id="rId28" Type="http://schemas.openxmlformats.org/officeDocument/2006/relationships/font" Target="fonts/PoppinsLight-boldItalic.fntdata"/><Relationship Id="rId27" Type="http://schemas.openxmlformats.org/officeDocument/2006/relationships/font" Target="fonts/PoppinsLight-italic.fntdata"/><Relationship Id="rId29" Type="http://schemas.openxmlformats.org/officeDocument/2006/relationships/font" Target="fonts/Urbanist-regular.fntdata"/><Relationship Id="rId51" Type="http://schemas.openxmlformats.org/officeDocument/2006/relationships/font" Target="fonts/DMSans-italic.fntdata"/><Relationship Id="rId50" Type="http://schemas.openxmlformats.org/officeDocument/2006/relationships/font" Target="fonts/DMSans-bold.fntdata"/><Relationship Id="rId53" Type="http://schemas.openxmlformats.org/officeDocument/2006/relationships/font" Target="fonts/NewsreaderSemiBold-regular.fntdata"/><Relationship Id="rId52" Type="http://schemas.openxmlformats.org/officeDocument/2006/relationships/font" Target="fonts/DMSans-boldItalic.fntdata"/><Relationship Id="rId11" Type="http://schemas.openxmlformats.org/officeDocument/2006/relationships/slide" Target="slides/slide5.xml"/><Relationship Id="rId55" Type="http://schemas.openxmlformats.org/officeDocument/2006/relationships/font" Target="fonts/NewsreaderSemiBold-italic.fntdata"/><Relationship Id="rId10" Type="http://schemas.openxmlformats.org/officeDocument/2006/relationships/slide" Target="slides/slide4.xml"/><Relationship Id="rId54" Type="http://schemas.openxmlformats.org/officeDocument/2006/relationships/font" Target="fonts/NewsreaderSemiBold-bold.fntdata"/><Relationship Id="rId13" Type="http://schemas.openxmlformats.org/officeDocument/2006/relationships/slide" Target="slides/slide7.xml"/><Relationship Id="rId57" Type="http://schemas.openxmlformats.org/officeDocument/2006/relationships/font" Target="fonts/PoppinsExtraBold-bold.fntdata"/><Relationship Id="rId12" Type="http://schemas.openxmlformats.org/officeDocument/2006/relationships/slide" Target="slides/slide6.xml"/><Relationship Id="rId56" Type="http://schemas.openxmlformats.org/officeDocument/2006/relationships/font" Target="fonts/NewsreaderSemiBold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schemas.openxmlformats.org/officeDocument/2006/relationships/font" Target="fonts/PoppinsExtraBold-boldItalic.fntdata"/><Relationship Id="rId17" Type="http://schemas.openxmlformats.org/officeDocument/2006/relationships/font" Target="fonts/Poppins-regular.fntdata"/><Relationship Id="rId16" Type="http://schemas.openxmlformats.org/officeDocument/2006/relationships/slide" Target="slides/slide10.xml"/><Relationship Id="rId19" Type="http://schemas.openxmlformats.org/officeDocument/2006/relationships/font" Target="fonts/Poppins-italic.fntdata"/><Relationship Id="rId18" Type="http://schemas.openxmlformats.org/officeDocument/2006/relationships/font" Target="fonts/Poppi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3fa1d4f192c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0" name="Google Shape;1030;g3fa1d4f192c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3fa1d4f192c_0_10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6" name="Google Shape;1036;g3fa1d4f192c_0_10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3fa1d4f192c_0_1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3fa1d4f192c_0_1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3fa1d4f192c_0_1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3fa1d4f192c_0_1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3fa1d4f192c_0_1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6" name="Google Shape;1056;g3fa1d4f192c_0_1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3fa1d4f192c_0_1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2" name="Google Shape;1062;g3fa1d4f192c_0_1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3fa1d4f192c_0_1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3fa1d4f192c_0_1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3fa1d4f192c_0_1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3fa1d4f192c_0_1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3fa1d4f192c_0_1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2" name="Google Shape;1082;g3fa1d4f192c_0_1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3fa1d4f192c_0_1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3fa1d4f192c_0_1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40" name="Google Shape;40;p6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46" name="Google Shape;46;p6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2" name="Google Shape;62;p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6" name="Google Shape;66;p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1" name="Google Shape;71;p9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9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9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" name="Google Shape;76;p9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7" name="Google Shape;77;p9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8" name="Google Shape;78;p9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0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89" name="Google Shape;89;p10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5" name="Google Shape;95;p10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0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11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9" name="Google Shape;109;p11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11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30" name="Google Shape;130;p13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13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4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43" name="Google Shape;143;p14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4" name="Google Shape;144;p14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45" name="Google Shape;145;p14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1" name="Google Shape;151;p15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59" name="Google Shape;159;p16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62" name="Google Shape;162;p16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17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3" name="Google Shape;173;p17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17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9" name="Google Shape;179;p17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0" name="Google Shape;180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1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18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18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187" name="Google Shape;187;p18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8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9" name="Google Shape;189;p18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19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20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20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99" name="Google Shape;199;p20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0" name="Google Shape;200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0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1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6" name="Google Shape;206;p21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8" name="Google Shape;208;p21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2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14" name="Google Shape;214;p22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23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3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23" name="Google Shape;223;p24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2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4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7" name="Google Shape;227;p24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29" name="Google Shape;229;p24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31" name="Google Shape;231;p25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5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237;p26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6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6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2" name="Google Shape;242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26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p26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6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6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7" name="Google Shape;247;p26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6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9" name="Google Shape;249;p26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" name="Google Shape;252;p26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7" name="Google Shape;257;p27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8" name="Google Shape;258;p27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7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60" name="Google Shape;260;p27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27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7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4" name="Google Shape;264;p27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5" name="Google Shape;265;p27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6" name="Google Shape;266;p27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8" name="Google Shape;268;p27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2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28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5" name="Google Shape;275;p29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6" name="Google Shape;276;p29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7" name="Google Shape;277;p29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8" name="Google Shape;278;p29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29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29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81" name="Google Shape;281;p29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9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9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9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29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29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29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9" name="Google Shape;289;p29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29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1" name="Google Shape;291;p29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2" name="Google Shape;292;p29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29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29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5" name="Google Shape;295;p29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6" name="Google Shape;296;p29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7" name="Google Shape;297;p29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8" name="Google Shape;298;p29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29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2" name="Google Shape;302;p30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30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4" name="Google Shape;304;p30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30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6" name="Google Shape;306;p30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30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8" name="Google Shape;308;p30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0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0" name="Google Shape;310;p30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30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2" name="Google Shape;312;p30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0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4" name="Google Shape;314;p30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0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6" name="Google Shape;316;p30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30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8" name="Google Shape;318;p30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9" name="Google Shape;319;p30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30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30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2" name="Google Shape;322;p30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3" name="Google Shape;323;p30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4" name="Google Shape;324;p30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30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6" name="Google Shape;326;p30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7" name="Google Shape;327;p30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8" name="Google Shape;328;p30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30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30" name="Google Shape;330;p30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1" name="Google Shape;331;p30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2" name="Google Shape;332;p30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30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4" name="Google Shape;334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30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8" name="Google Shape;338;p31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9" name="Google Shape;339;p31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31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1" name="Google Shape;341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2" name="Google Shape;342;p31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43" name="Google Shape;343;p31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4" name="Google Shape;344;p31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45" name="Google Shape;345;p31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32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48" name="Google Shape;348;p32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32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32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32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32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32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32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32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32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3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32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2" name="Google Shape;362;p33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6" name="Google Shape;366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0" name="Google Shape;380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5" name="Google Shape;385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6" name="Google Shape;386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1" name="Google Shape;391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9" name="Google Shape;399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0" name="Google Shape;400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8" name="Google Shape;408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9" name="Google Shape;409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3" name="Google Shape;413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5" name="Google Shape;415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6" name="Google Shape;416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7" name="Google Shape;417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1" name="Google Shape;421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5" name="Google Shape;425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6" name="Google Shape;426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7" name="Google Shape;427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8" name="Google Shape;428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4" name="Google Shape;434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9" name="Google Shape;439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2" name="Google Shape;442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5" name="Google Shape;445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7" name="Google Shape;44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9" name="Google Shape;449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0" name="Google Shape;450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6" name="Google Shape;456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6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469" name="Google Shape;469;p56"/>
          <p:cNvSpPr/>
          <p:nvPr/>
        </p:nvSpPr>
        <p:spPr>
          <a:xfrm flipH="1">
            <a:off x="1350050" y="2493850"/>
            <a:ext cx="2836800" cy="2649600"/>
          </a:xfrm>
          <a:prstGeom prst="pie">
            <a:avLst>
              <a:gd fmla="val 21585343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0" name="Google Shape;470;p56"/>
          <p:cNvSpPr/>
          <p:nvPr/>
        </p:nvSpPr>
        <p:spPr>
          <a:xfrm flipH="1" rot="5400000">
            <a:off x="58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1" name="Google Shape;471;p56"/>
          <p:cNvSpPr/>
          <p:nvPr/>
        </p:nvSpPr>
        <p:spPr>
          <a:xfrm>
            <a:off x="0" y="0"/>
            <a:ext cx="2768400" cy="269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2" name="Google Shape;472;p56"/>
          <p:cNvSpPr/>
          <p:nvPr/>
        </p:nvSpPr>
        <p:spPr>
          <a:xfrm>
            <a:off x="-100" y="2699025"/>
            <a:ext cx="1653900" cy="11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3" name="Google Shape;473;p56"/>
          <p:cNvSpPr/>
          <p:nvPr/>
        </p:nvSpPr>
        <p:spPr>
          <a:xfrm>
            <a:off x="1653900" y="2701600"/>
            <a:ext cx="1114500" cy="11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4" name="Google Shape;474;p56"/>
          <p:cNvSpPr txBox="1"/>
          <p:nvPr>
            <p:ph idx="1" type="subTitle"/>
          </p:nvPr>
        </p:nvSpPr>
        <p:spPr>
          <a:xfrm>
            <a:off x="3236625" y="3183150"/>
            <a:ext cx="5430300" cy="6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75" name="Google Shape;475;p5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1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78" name="Google Shape;478;p5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79" name="Google Shape;479;p5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0" name="Google Shape;480;p57"/>
          <p:cNvSpPr/>
          <p:nvPr/>
        </p:nvSpPr>
        <p:spPr>
          <a:xfrm flipH="1">
            <a:off x="284701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1" name="Google Shape;481;p57"/>
          <p:cNvSpPr/>
          <p:nvPr/>
        </p:nvSpPr>
        <p:spPr>
          <a:xfrm>
            <a:off x="927633" y="474750"/>
            <a:ext cx="14634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2" name="Google Shape;482;p57"/>
          <p:cNvSpPr/>
          <p:nvPr/>
        </p:nvSpPr>
        <p:spPr>
          <a:xfrm flipH="1">
            <a:off x="1322410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3" name="Google Shape;483;p57"/>
          <p:cNvSpPr/>
          <p:nvPr/>
        </p:nvSpPr>
        <p:spPr>
          <a:xfrm>
            <a:off x="2309186" y="474990"/>
            <a:ext cx="13992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4" name="Google Shape;484;p57"/>
          <p:cNvSpPr/>
          <p:nvPr/>
        </p:nvSpPr>
        <p:spPr>
          <a:xfrm flipH="1">
            <a:off x="2685553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5" name="Google Shape;485;p57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486" name="Google Shape;486;p5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_1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8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9" name="Google Shape;489;p5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90" name="Google Shape;490;p5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91" name="Google Shape;491;p5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2" name="Google Shape;492;p5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2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9"/>
          <p:cNvSpPr txBox="1"/>
          <p:nvPr>
            <p:ph idx="1" type="subTitle"/>
          </p:nvPr>
        </p:nvSpPr>
        <p:spPr>
          <a:xfrm>
            <a:off x="286975" y="1143000"/>
            <a:ext cx="4429800" cy="5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95" name="Google Shape;495;p59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6" name="Google Shape;496;p59"/>
          <p:cNvSpPr txBox="1"/>
          <p:nvPr>
            <p:ph idx="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97" name="Google Shape;497;p59"/>
          <p:cNvSpPr txBox="1"/>
          <p:nvPr>
            <p:ph idx="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98" name="Google Shape;498;p59"/>
          <p:cNvSpPr txBox="1"/>
          <p:nvPr>
            <p:ph idx="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9" name="Google Shape;499;p5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oadmap">
  <p:cSld name="BLANK_1_1_1_1_1_2_1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0"/>
          <p:cNvSpPr txBox="1"/>
          <p:nvPr>
            <p:ph idx="1" type="subTitle"/>
          </p:nvPr>
        </p:nvSpPr>
        <p:spPr>
          <a:xfrm>
            <a:off x="271250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02" name="Google Shape;502;p60"/>
          <p:cNvSpPr txBox="1"/>
          <p:nvPr>
            <p:ph idx="2" type="subTitle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03" name="Google Shape;503;p60"/>
          <p:cNvSpPr txBox="1"/>
          <p:nvPr>
            <p:ph idx="3" type="subTitle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04" name="Google Shape;504;p60"/>
          <p:cNvSpPr txBox="1"/>
          <p:nvPr>
            <p:ph idx="4" type="subTitle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05" name="Google Shape;505;p60"/>
          <p:cNvSpPr txBox="1"/>
          <p:nvPr>
            <p:ph idx="5" type="subTitle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06" name="Google Shape;506;p60"/>
          <p:cNvSpPr txBox="1"/>
          <p:nvPr>
            <p:ph idx="6" type="body"/>
          </p:nvPr>
        </p:nvSpPr>
        <p:spPr>
          <a:xfrm>
            <a:off x="27125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07" name="Google Shape;507;p60"/>
          <p:cNvSpPr txBox="1"/>
          <p:nvPr>
            <p:ph idx="7" type="body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08" name="Google Shape;508;p60"/>
          <p:cNvSpPr txBox="1"/>
          <p:nvPr>
            <p:ph idx="8" type="body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09" name="Google Shape;509;p60"/>
          <p:cNvSpPr txBox="1"/>
          <p:nvPr>
            <p:ph idx="9" type="body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10" name="Google Shape;510;p60"/>
          <p:cNvSpPr txBox="1"/>
          <p:nvPr>
            <p:ph idx="13" type="body"/>
          </p:nvPr>
        </p:nvSpPr>
        <p:spPr>
          <a:xfrm>
            <a:off x="729910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11" name="Google Shape;511;p60"/>
          <p:cNvSpPr txBox="1"/>
          <p:nvPr>
            <p:ph idx="14" type="subTitle"/>
          </p:nvPr>
        </p:nvSpPr>
        <p:spPr>
          <a:xfrm>
            <a:off x="271250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12" name="Google Shape;512;p60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13" name="Google Shape;513;p60"/>
          <p:cNvSpPr txBox="1"/>
          <p:nvPr>
            <p:ph idx="16" type="subTitle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14" name="Google Shape;514;p60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15" name="Google Shape;515;p60"/>
          <p:cNvSpPr txBox="1"/>
          <p:nvPr>
            <p:ph idx="18" type="subTitle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16" name="Google Shape;516;p60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17" name="Google Shape;517;p60"/>
          <p:cNvSpPr txBox="1"/>
          <p:nvPr>
            <p:ph idx="1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18" name="Google Shape;518;p60"/>
          <p:cNvSpPr txBox="1"/>
          <p:nvPr>
            <p:ph idx="20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19" name="Google Shape;519;p60"/>
          <p:cNvSpPr txBox="1"/>
          <p:nvPr>
            <p:ph idx="21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0" name="Google Shape;520;p6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Shape">
  <p:cSld name="BLANK_1_1_1_1_1_1_1_2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1"/>
          <p:cNvSpPr/>
          <p:nvPr/>
        </p:nvSpPr>
        <p:spPr>
          <a:xfrm>
            <a:off x="0" y="3859125"/>
            <a:ext cx="20043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23" name="Google Shape;523;p61"/>
          <p:cNvSpPr/>
          <p:nvPr/>
        </p:nvSpPr>
        <p:spPr>
          <a:xfrm flipH="1" rot="10800000">
            <a:off x="6571675" y="3851200"/>
            <a:ext cx="12708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24" name="Google Shape;524;p61"/>
          <p:cNvSpPr/>
          <p:nvPr/>
        </p:nvSpPr>
        <p:spPr>
          <a:xfrm flipH="1" rot="10800000">
            <a:off x="7217867" y="3851200"/>
            <a:ext cx="12825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25" name="Google Shape;525;p61"/>
          <p:cNvSpPr/>
          <p:nvPr/>
        </p:nvSpPr>
        <p:spPr>
          <a:xfrm rot="5400000">
            <a:off x="3193350" y="-1811400"/>
            <a:ext cx="2757600" cy="8574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6" name="Google Shape;526;p61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27" name="Google Shape;527;p61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28" name="Google Shape;528;p61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29" name="Google Shape;529;p61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0" name="Google Shape;530;p6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_1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2"/>
          <p:cNvSpPr txBox="1"/>
          <p:nvPr>
            <p:ph idx="1" type="subTitle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33" name="Google Shape;533;p62"/>
          <p:cNvSpPr/>
          <p:nvPr/>
        </p:nvSpPr>
        <p:spPr>
          <a:xfrm flipH="1" rot="5400000">
            <a:off x="6571675" y="2571675"/>
            <a:ext cx="5143500" cy="5143500"/>
          </a:xfrm>
          <a:prstGeom prst="pie">
            <a:avLst>
              <a:gd fmla="val 21589913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34" name="Google Shape;534;p62"/>
          <p:cNvSpPr/>
          <p:nvPr/>
        </p:nvSpPr>
        <p:spPr>
          <a:xfrm flipH="1" rot="5400000">
            <a:off x="6571675" y="-8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35" name="Google Shape;535;p62"/>
          <p:cNvSpPr txBox="1"/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536" name="Google Shape;536;p6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2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3"/>
          <p:cNvSpPr txBox="1"/>
          <p:nvPr>
            <p:ph idx="1" type="body"/>
          </p:nvPr>
        </p:nvSpPr>
        <p:spPr>
          <a:xfrm>
            <a:off x="37965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39" name="Google Shape;539;p63"/>
          <p:cNvSpPr txBox="1"/>
          <p:nvPr>
            <p:ph idx="2" type="body"/>
          </p:nvPr>
        </p:nvSpPr>
        <p:spPr>
          <a:xfrm>
            <a:off x="225527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40" name="Google Shape;540;p63"/>
          <p:cNvSpPr txBox="1"/>
          <p:nvPr>
            <p:ph idx="3" type="body"/>
          </p:nvPr>
        </p:nvSpPr>
        <p:spPr>
          <a:xfrm>
            <a:off x="413090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41" name="Google Shape;541;p63"/>
          <p:cNvSpPr txBox="1"/>
          <p:nvPr>
            <p:ph idx="4" type="body"/>
          </p:nvPr>
        </p:nvSpPr>
        <p:spPr>
          <a:xfrm>
            <a:off x="600652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42" name="Google Shape;542;p63"/>
          <p:cNvSpPr txBox="1"/>
          <p:nvPr>
            <p:ph type="title"/>
          </p:nvPr>
        </p:nvSpPr>
        <p:spPr>
          <a:xfrm>
            <a:off x="308784" y="1188147"/>
            <a:ext cx="7206000" cy="6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43" name="Google Shape;543;p63"/>
          <p:cNvSpPr txBox="1"/>
          <p:nvPr>
            <p:ph idx="5" type="subTitle"/>
          </p:nvPr>
        </p:nvSpPr>
        <p:spPr>
          <a:xfrm>
            <a:off x="308784" y="1922075"/>
            <a:ext cx="72060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4" name="Google Shape;544;p63"/>
          <p:cNvSpPr txBox="1"/>
          <p:nvPr>
            <p:ph idx="6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45" name="Google Shape;545;p63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46" name="Google Shape;546;p63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7" name="Google Shape;547;p6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">
  <p:cSld name="BLANK_1_1_1_1_1_1_1_1_1_1_1_2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4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50" name="Google Shape;550;p64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51" name="Google Shape;551;p64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2" name="Google Shape;552;p64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3" name="Google Shape;553;p64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4" name="Google Shape;554;p64"/>
          <p:cNvSpPr/>
          <p:nvPr>
            <p:ph idx="4" type="pic"/>
          </p:nvPr>
        </p:nvSpPr>
        <p:spPr>
          <a:xfrm>
            <a:off x="6364300" y="0"/>
            <a:ext cx="2779500" cy="38136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555" name="Google Shape;555;p6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56" name="Google Shape;556;p64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57" name="Google Shape;557;p6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2">
  <p:cSld name="BLANK_1_1_1_1_1_1_1_1_1_1_1_2_1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5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0" name="Google Shape;560;p65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1" name="Google Shape;561;p65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2" name="Google Shape;562;p65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3" name="Google Shape;563;p65"/>
          <p:cNvSpPr/>
          <p:nvPr>
            <p:ph idx="2" type="pic"/>
          </p:nvPr>
        </p:nvSpPr>
        <p:spPr>
          <a:xfrm>
            <a:off x="6335600" y="1231675"/>
            <a:ext cx="2808600" cy="24987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64" name="Google Shape;564;p65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65" name="Google Shape;565;p65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66" name="Google Shape;566;p65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67" name="Google Shape;567;p65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68" name="Google Shape;568;p65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69" name="Google Shape;569;p6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3">
  <p:cSld name="BLANK_1_1_1_1_1_1_1_1_1_1_1_2_1_1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6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72" name="Google Shape;572;p66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grpSp>
        <p:nvGrpSpPr>
          <p:cNvPr id="573" name="Google Shape;573;p66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574" name="Google Shape;574;p66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575" name="Google Shape;575;p66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576" name="Google Shape;576;p66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577" name="Google Shape;577;p66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8" name="Google Shape;578;p66"/>
          <p:cNvSpPr/>
          <p:nvPr>
            <p:ph idx="4" type="pic"/>
          </p:nvPr>
        </p:nvSpPr>
        <p:spPr>
          <a:xfrm rot="10800000">
            <a:off x="6324525" y="0"/>
            <a:ext cx="2819400" cy="37158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579" name="Google Shape;579;p66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66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81" name="Google Shape;581;p6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4">
  <p:cSld name="BLANK_1_1_1_1_1_1_1_1_1_1_1_2_1_1_1"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7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4" name="Google Shape;584;p67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5" name="Google Shape;585;p67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6" name="Google Shape;586;p67"/>
          <p:cNvSpPr/>
          <p:nvPr>
            <p:ph idx="2" type="pic"/>
          </p:nvPr>
        </p:nvSpPr>
        <p:spPr>
          <a:xfrm>
            <a:off x="6355775" y="1418625"/>
            <a:ext cx="2788200" cy="37251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587" name="Google Shape;587;p67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88" name="Google Shape;588;p67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89" name="Google Shape;589;p67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90" name="Google Shape;590;p67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91" name="Google Shape;591;p67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92" name="Google Shape;592;p6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5">
  <p:cSld name="CUSTOM_7"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8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95" name="Google Shape;595;p68"/>
          <p:cNvSpPr/>
          <p:nvPr/>
        </p:nvSpPr>
        <p:spPr>
          <a:xfrm flipH="1" rot="10800000">
            <a:off x="7069375" y="3760875"/>
            <a:ext cx="13596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6" name="Google Shape;596;p68"/>
          <p:cNvSpPr/>
          <p:nvPr/>
        </p:nvSpPr>
        <p:spPr>
          <a:xfrm flipH="1" rot="10800000">
            <a:off x="7760700" y="3760875"/>
            <a:ext cx="13722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7" name="Google Shape;597;p68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8" name="Google Shape;598;p68"/>
          <p:cNvSpPr/>
          <p:nvPr>
            <p:ph idx="2" type="pic"/>
          </p:nvPr>
        </p:nvSpPr>
        <p:spPr>
          <a:xfrm rot="10800000">
            <a:off x="6364225" y="0"/>
            <a:ext cx="2784600" cy="3775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9" name="Google Shape;599;p68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600" name="Google Shape;600;p68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01" name="Google Shape;601;p68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02" name="Google Shape;602;p68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03" name="Google Shape;603;p6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6">
  <p:cSld name="CUSTOM_8"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06" name="Google Shape;606;p6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07" name="Google Shape;607;p69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8" name="Google Shape;608;p69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9" name="Google Shape;609;p69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10" name="Google Shape;610;p69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611" name="Google Shape;611;p69"/>
          <p:cNvSpPr txBox="1"/>
          <p:nvPr>
            <p:ph idx="4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12" name="Google Shape;612;p69"/>
          <p:cNvSpPr/>
          <p:nvPr/>
        </p:nvSpPr>
        <p:spPr>
          <a:xfrm>
            <a:off x="6375075" y="10125"/>
            <a:ext cx="2757600" cy="37944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3" name="Google Shape;613;p69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4" name="Google Shape;614;p6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7">
  <p:cSld name="CUSTOM_8_1"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70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7" name="Google Shape;617;p70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8" name="Google Shape;618;p70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9" name="Google Shape;619;p70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0" name="Google Shape;620;p70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21" name="Google Shape;621;p70"/>
          <p:cNvSpPr txBox="1"/>
          <p:nvPr>
            <p:ph idx="2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22" name="Google Shape;622;p70"/>
          <p:cNvSpPr txBox="1"/>
          <p:nvPr>
            <p:ph idx="3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23" name="Google Shape;623;p70"/>
          <p:cNvSpPr txBox="1"/>
          <p:nvPr>
            <p:ph idx="4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24" name="Google Shape;624;p70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25" name="Google Shape;625;p70"/>
          <p:cNvSpPr/>
          <p:nvPr/>
        </p:nvSpPr>
        <p:spPr>
          <a:xfrm>
            <a:off x="6345359" y="1240774"/>
            <a:ext cx="2801400" cy="24798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6" name="Google Shape;626;p7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8">
  <p:cSld name="CUSTOM_8_1_1"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71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29" name="Google Shape;629;p71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30" name="Google Shape;630;p71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631" name="Google Shape;631;p71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632" name="Google Shape;632;p71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633" name="Google Shape;633;p71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634" name="Google Shape;634;p71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635" name="Google Shape;635;p71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6" name="Google Shape;636;p71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37" name="Google Shape;637;p71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38" name="Google Shape;638;p7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9">
  <p:cSld name="CUSTOM_8_1_1_1"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2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41" name="Google Shape;641;p72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42" name="Google Shape;642;p72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43" name="Google Shape;643;p72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4" name="Google Shape;644;p72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5" name="Google Shape;645;p72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46" name="Google Shape;646;p72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647" name="Google Shape;647;p72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48" name="Google Shape;648;p72"/>
          <p:cNvSpPr/>
          <p:nvPr/>
        </p:nvSpPr>
        <p:spPr>
          <a:xfrm>
            <a:off x="6366275" y="1427825"/>
            <a:ext cx="2768100" cy="3705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9" name="Google Shape;649;p7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0">
  <p:cSld name="CUSTOM_8_1_1_1_1"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73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52" name="Google Shape;652;p73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53" name="Google Shape;653;p73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54" name="Google Shape;654;p73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55" name="Google Shape;655;p73"/>
          <p:cNvSpPr/>
          <p:nvPr/>
        </p:nvSpPr>
        <p:spPr>
          <a:xfrm flipH="1" rot="10800000">
            <a:off x="7069375" y="3773775"/>
            <a:ext cx="13596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6" name="Google Shape;656;p73"/>
          <p:cNvSpPr/>
          <p:nvPr/>
        </p:nvSpPr>
        <p:spPr>
          <a:xfrm flipH="1" rot="10800000">
            <a:off x="7760700" y="3773775"/>
            <a:ext cx="13722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7" name="Google Shape;657;p73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8" name="Google Shape;658;p73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659" name="Google Shape;659;p73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60" name="Google Shape;660;p73"/>
          <p:cNvSpPr/>
          <p:nvPr/>
        </p:nvSpPr>
        <p:spPr>
          <a:xfrm rot="10800000">
            <a:off x="6377600" y="8800"/>
            <a:ext cx="2758800" cy="37542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1" name="Google Shape;661;p7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1"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74"/>
          <p:cNvSpPr txBox="1"/>
          <p:nvPr>
            <p:ph idx="1" type="subTitle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64" name="Google Shape;664;p74"/>
          <p:cNvSpPr/>
          <p:nvPr/>
        </p:nvSpPr>
        <p:spPr>
          <a:xfrm flipH="1">
            <a:off x="1350000" y="2442900"/>
            <a:ext cx="2849100" cy="2700600"/>
          </a:xfrm>
          <a:prstGeom prst="pie">
            <a:avLst>
              <a:gd fmla="val 21586474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5" name="Google Shape;665;p74"/>
          <p:cNvSpPr/>
          <p:nvPr/>
        </p:nvSpPr>
        <p:spPr>
          <a:xfrm flipH="1" rot="5400000">
            <a:off x="-6000" y="3795800"/>
            <a:ext cx="2712600" cy="2700600"/>
          </a:xfrm>
          <a:prstGeom prst="pie">
            <a:avLst>
              <a:gd fmla="val 25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6" name="Google Shape;666;p74"/>
          <p:cNvSpPr/>
          <p:nvPr/>
        </p:nvSpPr>
        <p:spPr>
          <a:xfrm flipH="1" rot="5400000">
            <a:off x="-125" y="2402250"/>
            <a:ext cx="2775600" cy="27756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7" name="Google Shape;667;p74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68" name="Google Shape;668;p74"/>
          <p:cNvSpPr txBox="1"/>
          <p:nvPr>
            <p:ph idx="3" type="subTitle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69" name="Google Shape;669;p74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70" name="Google Shape;670;p74"/>
          <p:cNvSpPr txBox="1"/>
          <p:nvPr>
            <p:ph idx="5" type="subTitle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71" name="Google Shape;671;p74"/>
          <p:cNvSpPr txBox="1"/>
          <p:nvPr>
            <p:ph idx="6" type="subTitle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72" name="Google Shape;672;p74"/>
          <p:cNvSpPr txBox="1"/>
          <p:nvPr>
            <p:ph type="title"/>
          </p:nvPr>
        </p:nvSpPr>
        <p:spPr>
          <a:xfrm>
            <a:off x="284700" y="286200"/>
            <a:ext cx="2860800" cy="1732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673" name="Google Shape;673;p74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74" name="Google Shape;674;p74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75" name="Google Shape;675;p74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76" name="Google Shape;676;p7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1_2"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75"/>
          <p:cNvSpPr/>
          <p:nvPr/>
        </p:nvSpPr>
        <p:spPr>
          <a:xfrm rot="-5400000">
            <a:off x="-2575150" y="-150"/>
            <a:ext cx="5143800" cy="5143500"/>
          </a:xfrm>
          <a:prstGeom prst="pie">
            <a:avLst>
              <a:gd fmla="val 3746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9" name="Google Shape;679;p75"/>
          <p:cNvSpPr/>
          <p:nvPr/>
        </p:nvSpPr>
        <p:spPr>
          <a:xfrm rot="5400000">
            <a:off x="-3261" y="1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0" name="Google Shape;680;p75"/>
          <p:cNvSpPr txBox="1"/>
          <p:nvPr>
            <p:ph idx="1" type="subTitle"/>
          </p:nvPr>
        </p:nvSpPr>
        <p:spPr>
          <a:xfrm>
            <a:off x="3236625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81" name="Google Shape;681;p75"/>
          <p:cNvSpPr txBox="1"/>
          <p:nvPr>
            <p:ph idx="2" type="subTitle"/>
          </p:nvPr>
        </p:nvSpPr>
        <p:spPr>
          <a:xfrm>
            <a:off x="3236625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82" name="Google Shape;682;p75"/>
          <p:cNvSpPr txBox="1"/>
          <p:nvPr>
            <p:ph idx="3" type="subTitle"/>
          </p:nvPr>
        </p:nvSpPr>
        <p:spPr>
          <a:xfrm>
            <a:off x="3236625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83" name="Google Shape;683;p75"/>
          <p:cNvSpPr txBox="1"/>
          <p:nvPr>
            <p:ph idx="4" type="subTitle"/>
          </p:nvPr>
        </p:nvSpPr>
        <p:spPr>
          <a:xfrm>
            <a:off x="6183150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84" name="Google Shape;684;p75"/>
          <p:cNvSpPr txBox="1"/>
          <p:nvPr>
            <p:ph idx="5" type="subTitle"/>
          </p:nvPr>
        </p:nvSpPr>
        <p:spPr>
          <a:xfrm>
            <a:off x="6183150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85" name="Google Shape;685;p75"/>
          <p:cNvSpPr txBox="1"/>
          <p:nvPr>
            <p:ph idx="6" type="subTitle"/>
          </p:nvPr>
        </p:nvSpPr>
        <p:spPr>
          <a:xfrm>
            <a:off x="6183150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86" name="Google Shape;686;p75"/>
          <p:cNvSpPr txBox="1"/>
          <p:nvPr>
            <p:ph type="title"/>
          </p:nvPr>
        </p:nvSpPr>
        <p:spPr>
          <a:xfrm>
            <a:off x="3235425" y="474750"/>
            <a:ext cx="2860800" cy="13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687" name="Google Shape;687;p75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88" name="Google Shape;688;p75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89" name="Google Shape;689;p7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1_1_1_1_2_1"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76"/>
          <p:cNvSpPr txBox="1"/>
          <p:nvPr>
            <p:ph idx="1" type="subTitle"/>
          </p:nvPr>
        </p:nvSpPr>
        <p:spPr>
          <a:xfrm>
            <a:off x="5537976" y="1421821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92" name="Google Shape;692;p76"/>
          <p:cNvSpPr txBox="1"/>
          <p:nvPr>
            <p:ph idx="2" type="subTitle"/>
          </p:nvPr>
        </p:nvSpPr>
        <p:spPr>
          <a:xfrm>
            <a:off x="5537976" y="1658233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693" name="Google Shape;693;p76"/>
          <p:cNvSpPr txBox="1"/>
          <p:nvPr>
            <p:ph idx="3" type="subTitle"/>
          </p:nvPr>
        </p:nvSpPr>
        <p:spPr>
          <a:xfrm>
            <a:off x="5537976" y="2185603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94" name="Google Shape;694;p76"/>
          <p:cNvSpPr txBox="1"/>
          <p:nvPr>
            <p:ph idx="4" type="subTitle"/>
          </p:nvPr>
        </p:nvSpPr>
        <p:spPr>
          <a:xfrm>
            <a:off x="5537976" y="2421696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695" name="Google Shape;695;p76"/>
          <p:cNvSpPr txBox="1"/>
          <p:nvPr>
            <p:ph idx="5" type="subTitle"/>
          </p:nvPr>
        </p:nvSpPr>
        <p:spPr>
          <a:xfrm>
            <a:off x="5537976" y="2954416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96" name="Google Shape;696;p76"/>
          <p:cNvSpPr txBox="1"/>
          <p:nvPr>
            <p:ph idx="6" type="subTitle"/>
          </p:nvPr>
        </p:nvSpPr>
        <p:spPr>
          <a:xfrm>
            <a:off x="5537976" y="3190509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697" name="Google Shape;697;p76"/>
          <p:cNvSpPr txBox="1"/>
          <p:nvPr>
            <p:ph idx="7" type="subTitle"/>
          </p:nvPr>
        </p:nvSpPr>
        <p:spPr>
          <a:xfrm>
            <a:off x="5537976" y="3717879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98" name="Google Shape;698;p76"/>
          <p:cNvSpPr txBox="1"/>
          <p:nvPr>
            <p:ph idx="8" type="subTitle"/>
          </p:nvPr>
        </p:nvSpPr>
        <p:spPr>
          <a:xfrm>
            <a:off x="5537976" y="3953971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699" name="Google Shape;699;p76"/>
          <p:cNvSpPr/>
          <p:nvPr/>
        </p:nvSpPr>
        <p:spPr>
          <a:xfrm rot="-5400000">
            <a:off x="-1276000" y="1266039"/>
            <a:ext cx="2537400" cy="25374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0" name="Google Shape;700;p76"/>
          <p:cNvSpPr/>
          <p:nvPr/>
        </p:nvSpPr>
        <p:spPr>
          <a:xfrm rot="-5400000">
            <a:off x="-5951" y="2536242"/>
            <a:ext cx="1267200" cy="12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1" name="Google Shape;701;p76"/>
          <p:cNvSpPr/>
          <p:nvPr/>
        </p:nvSpPr>
        <p:spPr>
          <a:xfrm>
            <a:off x="3244" y="3803442"/>
            <a:ext cx="1340100" cy="134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2" name="Google Shape;702;p76"/>
          <p:cNvSpPr txBox="1"/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03" name="Google Shape;703;p76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04" name="Google Shape;704;p76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05" name="Google Shape;705;p76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06" name="Google Shape;706;p7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_4"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77"/>
          <p:cNvSpPr/>
          <p:nvPr>
            <p:ph idx="2" type="pic"/>
          </p:nvPr>
        </p:nvSpPr>
        <p:spPr>
          <a:xfrm>
            <a:off x="4162550" y="81605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709" name="Google Shape;709;p77"/>
          <p:cNvSpPr/>
          <p:nvPr>
            <p:ph idx="3" type="pic"/>
          </p:nvPr>
        </p:nvSpPr>
        <p:spPr>
          <a:xfrm>
            <a:off x="5788675" y="81605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10" name="Google Shape;710;p77"/>
          <p:cNvSpPr/>
          <p:nvPr>
            <p:ph idx="4" type="pic"/>
          </p:nvPr>
        </p:nvSpPr>
        <p:spPr>
          <a:xfrm>
            <a:off x="7414800" y="81605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711" name="Google Shape;711;p77"/>
          <p:cNvSpPr/>
          <p:nvPr>
            <p:ph idx="5" type="pic"/>
          </p:nvPr>
        </p:nvSpPr>
        <p:spPr>
          <a:xfrm>
            <a:off x="2536475" y="289740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712" name="Google Shape;712;p77"/>
          <p:cNvSpPr/>
          <p:nvPr>
            <p:ph idx="6" type="pic"/>
          </p:nvPr>
        </p:nvSpPr>
        <p:spPr>
          <a:xfrm>
            <a:off x="4162600" y="289740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13" name="Google Shape;713;p77"/>
          <p:cNvSpPr/>
          <p:nvPr>
            <p:ph idx="7" type="pic"/>
          </p:nvPr>
        </p:nvSpPr>
        <p:spPr>
          <a:xfrm>
            <a:off x="5788725" y="289740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714" name="Google Shape;714;p77"/>
          <p:cNvSpPr txBox="1"/>
          <p:nvPr>
            <p:ph idx="1" type="subTitle"/>
          </p:nvPr>
        </p:nvSpPr>
        <p:spPr>
          <a:xfrm>
            <a:off x="416275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15" name="Google Shape;715;p77"/>
          <p:cNvSpPr txBox="1"/>
          <p:nvPr>
            <p:ph idx="8" type="subTitle"/>
          </p:nvPr>
        </p:nvSpPr>
        <p:spPr>
          <a:xfrm>
            <a:off x="416275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6" name="Google Shape;716;p77"/>
          <p:cNvSpPr txBox="1"/>
          <p:nvPr>
            <p:ph idx="9" type="subTitle"/>
          </p:nvPr>
        </p:nvSpPr>
        <p:spPr>
          <a:xfrm>
            <a:off x="25366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17" name="Google Shape;717;p77"/>
          <p:cNvSpPr txBox="1"/>
          <p:nvPr>
            <p:ph idx="13" type="subTitle"/>
          </p:nvPr>
        </p:nvSpPr>
        <p:spPr>
          <a:xfrm>
            <a:off x="25366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8" name="Google Shape;718;p77"/>
          <p:cNvSpPr txBox="1"/>
          <p:nvPr>
            <p:ph idx="14" type="subTitle"/>
          </p:nvPr>
        </p:nvSpPr>
        <p:spPr>
          <a:xfrm>
            <a:off x="5788775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19" name="Google Shape;719;p77"/>
          <p:cNvSpPr txBox="1"/>
          <p:nvPr>
            <p:ph idx="15" type="subTitle"/>
          </p:nvPr>
        </p:nvSpPr>
        <p:spPr>
          <a:xfrm>
            <a:off x="5788775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20" name="Google Shape;720;p77"/>
          <p:cNvSpPr txBox="1"/>
          <p:nvPr>
            <p:ph idx="16" type="subTitle"/>
          </p:nvPr>
        </p:nvSpPr>
        <p:spPr>
          <a:xfrm>
            <a:off x="741480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21" name="Google Shape;721;p77"/>
          <p:cNvSpPr txBox="1"/>
          <p:nvPr>
            <p:ph idx="17" type="subTitle"/>
          </p:nvPr>
        </p:nvSpPr>
        <p:spPr>
          <a:xfrm>
            <a:off x="741480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22" name="Google Shape;722;p77"/>
          <p:cNvSpPr txBox="1"/>
          <p:nvPr>
            <p:ph idx="18" type="subTitle"/>
          </p:nvPr>
        </p:nvSpPr>
        <p:spPr>
          <a:xfrm>
            <a:off x="416267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23" name="Google Shape;723;p77"/>
          <p:cNvSpPr txBox="1"/>
          <p:nvPr>
            <p:ph idx="19" type="subTitle"/>
          </p:nvPr>
        </p:nvSpPr>
        <p:spPr>
          <a:xfrm>
            <a:off x="416267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24" name="Google Shape;724;p77"/>
          <p:cNvSpPr txBox="1"/>
          <p:nvPr>
            <p:ph idx="20" type="subTitle"/>
          </p:nvPr>
        </p:nvSpPr>
        <p:spPr>
          <a:xfrm>
            <a:off x="57887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25" name="Google Shape;725;p77"/>
          <p:cNvSpPr txBox="1"/>
          <p:nvPr>
            <p:ph idx="21" type="subTitle"/>
          </p:nvPr>
        </p:nvSpPr>
        <p:spPr>
          <a:xfrm>
            <a:off x="57887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26" name="Google Shape;726;p77"/>
          <p:cNvSpPr txBox="1"/>
          <p:nvPr>
            <p:ph type="title"/>
          </p:nvPr>
        </p:nvSpPr>
        <p:spPr>
          <a:xfrm>
            <a:off x="284700" y="573428"/>
            <a:ext cx="3877800" cy="190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9pPr>
          </a:lstStyle>
          <a:p/>
        </p:txBody>
      </p:sp>
      <p:sp>
        <p:nvSpPr>
          <p:cNvPr id="727" name="Google Shape;727;p77"/>
          <p:cNvSpPr txBox="1"/>
          <p:nvPr>
            <p:ph idx="2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28" name="Google Shape;728;p77"/>
          <p:cNvSpPr txBox="1"/>
          <p:nvPr>
            <p:ph idx="2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29" name="Google Shape;729;p77"/>
          <p:cNvSpPr txBox="1"/>
          <p:nvPr>
            <p:ph idx="2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30" name="Google Shape;730;p7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4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78"/>
          <p:cNvSpPr/>
          <p:nvPr>
            <p:ph idx="2" type="pic"/>
          </p:nvPr>
        </p:nvSpPr>
        <p:spPr>
          <a:xfrm>
            <a:off x="2847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733" name="Google Shape;733;p78"/>
          <p:cNvSpPr/>
          <p:nvPr>
            <p:ph idx="3" type="pic"/>
          </p:nvPr>
        </p:nvSpPr>
        <p:spPr>
          <a:xfrm>
            <a:off x="21636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734" name="Google Shape;734;p78"/>
          <p:cNvSpPr/>
          <p:nvPr>
            <p:ph idx="4" type="pic"/>
          </p:nvPr>
        </p:nvSpPr>
        <p:spPr>
          <a:xfrm>
            <a:off x="40870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735" name="Google Shape;735;p78"/>
          <p:cNvSpPr/>
          <p:nvPr>
            <p:ph idx="5" type="pic"/>
          </p:nvPr>
        </p:nvSpPr>
        <p:spPr>
          <a:xfrm>
            <a:off x="59604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736" name="Google Shape;736;p78"/>
          <p:cNvSpPr txBox="1"/>
          <p:nvPr>
            <p:ph idx="1" type="subTitle"/>
          </p:nvPr>
        </p:nvSpPr>
        <p:spPr>
          <a:xfrm>
            <a:off x="2834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37" name="Google Shape;737;p78"/>
          <p:cNvSpPr txBox="1"/>
          <p:nvPr>
            <p:ph idx="6" type="subTitle"/>
          </p:nvPr>
        </p:nvSpPr>
        <p:spPr>
          <a:xfrm>
            <a:off x="21629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38" name="Google Shape;738;p78"/>
          <p:cNvSpPr txBox="1"/>
          <p:nvPr>
            <p:ph idx="7" type="subTitle"/>
          </p:nvPr>
        </p:nvSpPr>
        <p:spPr>
          <a:xfrm>
            <a:off x="40863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39" name="Google Shape;739;p78"/>
          <p:cNvSpPr txBox="1"/>
          <p:nvPr>
            <p:ph idx="8" type="subTitle"/>
          </p:nvPr>
        </p:nvSpPr>
        <p:spPr>
          <a:xfrm>
            <a:off x="59604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0" name="Google Shape;740;p78"/>
          <p:cNvSpPr txBox="1"/>
          <p:nvPr>
            <p:ph idx="9" type="body"/>
          </p:nvPr>
        </p:nvSpPr>
        <p:spPr>
          <a:xfrm>
            <a:off x="28535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1" name="Google Shape;741;p78"/>
          <p:cNvSpPr txBox="1"/>
          <p:nvPr>
            <p:ph idx="13" type="body"/>
          </p:nvPr>
        </p:nvSpPr>
        <p:spPr>
          <a:xfrm>
            <a:off x="216297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2" name="Google Shape;742;p78"/>
          <p:cNvSpPr txBox="1"/>
          <p:nvPr>
            <p:ph idx="14" type="body"/>
          </p:nvPr>
        </p:nvSpPr>
        <p:spPr>
          <a:xfrm>
            <a:off x="408700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3" name="Google Shape;743;p78"/>
          <p:cNvSpPr txBox="1"/>
          <p:nvPr>
            <p:ph idx="15" type="body"/>
          </p:nvPr>
        </p:nvSpPr>
        <p:spPr>
          <a:xfrm>
            <a:off x="596042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4" name="Google Shape;744;p78"/>
          <p:cNvSpPr txBox="1"/>
          <p:nvPr>
            <p:ph idx="16" type="subTitle"/>
          </p:nvPr>
        </p:nvSpPr>
        <p:spPr>
          <a:xfrm>
            <a:off x="2834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45" name="Google Shape;745;p78"/>
          <p:cNvSpPr txBox="1"/>
          <p:nvPr>
            <p:ph idx="17" type="subTitle"/>
          </p:nvPr>
        </p:nvSpPr>
        <p:spPr>
          <a:xfrm>
            <a:off x="21629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46" name="Google Shape;746;p78"/>
          <p:cNvSpPr txBox="1"/>
          <p:nvPr>
            <p:ph idx="18" type="subTitle"/>
          </p:nvPr>
        </p:nvSpPr>
        <p:spPr>
          <a:xfrm>
            <a:off x="40863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47" name="Google Shape;747;p78"/>
          <p:cNvSpPr txBox="1"/>
          <p:nvPr>
            <p:ph idx="19" type="subTitle"/>
          </p:nvPr>
        </p:nvSpPr>
        <p:spPr>
          <a:xfrm>
            <a:off x="59604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48" name="Google Shape;748;p78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749" name="Google Shape;749;p78"/>
          <p:cNvSpPr txBox="1"/>
          <p:nvPr>
            <p:ph idx="20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50" name="Google Shape;750;p78"/>
          <p:cNvSpPr txBox="1"/>
          <p:nvPr>
            <p:ph idx="21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51" name="Google Shape;751;p78"/>
          <p:cNvSpPr txBox="1"/>
          <p:nvPr>
            <p:ph idx="22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52" name="Google Shape;752;p7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">
  <p:cSld name="CUSTOM_5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79"/>
          <p:cNvSpPr/>
          <p:nvPr>
            <p:ph idx="2" type="pic"/>
          </p:nvPr>
        </p:nvSpPr>
        <p:spPr>
          <a:xfrm>
            <a:off x="4698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55" name="Google Shape;755;p79"/>
          <p:cNvSpPr/>
          <p:nvPr>
            <p:ph idx="3" type="pic"/>
          </p:nvPr>
        </p:nvSpPr>
        <p:spPr>
          <a:xfrm>
            <a:off x="8884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56" name="Google Shape;756;p79"/>
          <p:cNvSpPr/>
          <p:nvPr>
            <p:ph idx="4" type="pic"/>
          </p:nvPr>
        </p:nvSpPr>
        <p:spPr>
          <a:xfrm>
            <a:off x="130702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57" name="Google Shape;757;p79"/>
          <p:cNvSpPr/>
          <p:nvPr>
            <p:ph idx="5" type="pic"/>
          </p:nvPr>
        </p:nvSpPr>
        <p:spPr>
          <a:xfrm>
            <a:off x="4698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58" name="Google Shape;758;p79"/>
          <p:cNvSpPr/>
          <p:nvPr>
            <p:ph idx="6" type="pic"/>
          </p:nvPr>
        </p:nvSpPr>
        <p:spPr>
          <a:xfrm>
            <a:off x="8884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59" name="Google Shape;759;p79"/>
          <p:cNvSpPr/>
          <p:nvPr>
            <p:ph idx="7" type="pic"/>
          </p:nvPr>
        </p:nvSpPr>
        <p:spPr>
          <a:xfrm>
            <a:off x="130702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0" name="Google Shape;760;p79"/>
          <p:cNvSpPr/>
          <p:nvPr>
            <p:ph idx="8" type="pic"/>
          </p:nvPr>
        </p:nvSpPr>
        <p:spPr>
          <a:xfrm>
            <a:off x="333070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1" name="Google Shape;761;p79"/>
          <p:cNvSpPr/>
          <p:nvPr>
            <p:ph idx="9" type="pic"/>
          </p:nvPr>
        </p:nvSpPr>
        <p:spPr>
          <a:xfrm>
            <a:off x="37492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2" name="Google Shape;762;p79"/>
          <p:cNvSpPr/>
          <p:nvPr>
            <p:ph idx="13" type="pic"/>
          </p:nvPr>
        </p:nvSpPr>
        <p:spPr>
          <a:xfrm>
            <a:off x="41678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3" name="Google Shape;763;p79"/>
          <p:cNvSpPr/>
          <p:nvPr>
            <p:ph idx="14" type="pic"/>
          </p:nvPr>
        </p:nvSpPr>
        <p:spPr>
          <a:xfrm>
            <a:off x="333070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4" name="Google Shape;764;p79"/>
          <p:cNvSpPr/>
          <p:nvPr>
            <p:ph idx="15" type="pic"/>
          </p:nvPr>
        </p:nvSpPr>
        <p:spPr>
          <a:xfrm>
            <a:off x="37492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5" name="Google Shape;765;p79"/>
          <p:cNvSpPr/>
          <p:nvPr>
            <p:ph idx="16" type="pic"/>
          </p:nvPr>
        </p:nvSpPr>
        <p:spPr>
          <a:xfrm>
            <a:off x="41678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6" name="Google Shape;766;p79"/>
          <p:cNvSpPr/>
          <p:nvPr>
            <p:ph idx="17" type="pic"/>
          </p:nvPr>
        </p:nvSpPr>
        <p:spPr>
          <a:xfrm>
            <a:off x="4698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7" name="Google Shape;767;p79"/>
          <p:cNvSpPr/>
          <p:nvPr>
            <p:ph idx="18" type="pic"/>
          </p:nvPr>
        </p:nvSpPr>
        <p:spPr>
          <a:xfrm>
            <a:off x="8884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8" name="Google Shape;768;p79"/>
          <p:cNvSpPr/>
          <p:nvPr>
            <p:ph idx="19" type="pic"/>
          </p:nvPr>
        </p:nvSpPr>
        <p:spPr>
          <a:xfrm>
            <a:off x="130702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9" name="Google Shape;769;p79"/>
          <p:cNvSpPr/>
          <p:nvPr>
            <p:ph idx="20" type="pic"/>
          </p:nvPr>
        </p:nvSpPr>
        <p:spPr>
          <a:xfrm>
            <a:off x="4698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0" name="Google Shape;770;p79"/>
          <p:cNvSpPr/>
          <p:nvPr>
            <p:ph idx="21" type="pic"/>
          </p:nvPr>
        </p:nvSpPr>
        <p:spPr>
          <a:xfrm>
            <a:off x="8884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1" name="Google Shape;771;p79"/>
          <p:cNvSpPr/>
          <p:nvPr>
            <p:ph idx="22" type="pic"/>
          </p:nvPr>
        </p:nvSpPr>
        <p:spPr>
          <a:xfrm>
            <a:off x="130702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2" name="Google Shape;772;p79"/>
          <p:cNvSpPr/>
          <p:nvPr>
            <p:ph idx="23" type="pic"/>
          </p:nvPr>
        </p:nvSpPr>
        <p:spPr>
          <a:xfrm>
            <a:off x="333070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3" name="Google Shape;773;p79"/>
          <p:cNvSpPr/>
          <p:nvPr>
            <p:ph idx="24" type="pic"/>
          </p:nvPr>
        </p:nvSpPr>
        <p:spPr>
          <a:xfrm>
            <a:off x="37492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4" name="Google Shape;774;p79"/>
          <p:cNvSpPr/>
          <p:nvPr>
            <p:ph idx="25" type="pic"/>
          </p:nvPr>
        </p:nvSpPr>
        <p:spPr>
          <a:xfrm>
            <a:off x="41678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5" name="Google Shape;775;p79"/>
          <p:cNvSpPr/>
          <p:nvPr>
            <p:ph idx="26" type="pic"/>
          </p:nvPr>
        </p:nvSpPr>
        <p:spPr>
          <a:xfrm>
            <a:off x="333070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6" name="Google Shape;776;p79"/>
          <p:cNvSpPr/>
          <p:nvPr>
            <p:ph idx="27" type="pic"/>
          </p:nvPr>
        </p:nvSpPr>
        <p:spPr>
          <a:xfrm>
            <a:off x="37492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79"/>
          <p:cNvSpPr/>
          <p:nvPr>
            <p:ph idx="28" type="pic"/>
          </p:nvPr>
        </p:nvSpPr>
        <p:spPr>
          <a:xfrm>
            <a:off x="41678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79"/>
          <p:cNvSpPr txBox="1"/>
          <p:nvPr>
            <p:ph type="title"/>
          </p:nvPr>
        </p:nvSpPr>
        <p:spPr>
          <a:xfrm>
            <a:off x="469875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79" name="Google Shape;779;p79"/>
          <p:cNvSpPr txBox="1"/>
          <p:nvPr>
            <p:ph idx="29" type="title"/>
          </p:nvPr>
        </p:nvSpPr>
        <p:spPr>
          <a:xfrm>
            <a:off x="469875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80" name="Google Shape;780;p79"/>
          <p:cNvSpPr txBox="1"/>
          <p:nvPr>
            <p:ph idx="30" type="title"/>
          </p:nvPr>
        </p:nvSpPr>
        <p:spPr>
          <a:xfrm>
            <a:off x="3330700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81" name="Google Shape;781;p79"/>
          <p:cNvSpPr txBox="1"/>
          <p:nvPr>
            <p:ph idx="31" type="title"/>
          </p:nvPr>
        </p:nvSpPr>
        <p:spPr>
          <a:xfrm>
            <a:off x="3330700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82" name="Google Shape;782;p79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783" name="Google Shape;783;p7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84" name="Google Shape;784;p79"/>
          <p:cNvSpPr txBox="1"/>
          <p:nvPr>
            <p:ph idx="3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85" name="Google Shape;785;p79"/>
          <p:cNvSpPr txBox="1"/>
          <p:nvPr>
            <p:ph idx="3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86" name="Google Shape;786;p7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1">
  <p:cSld name="CUSTOM_6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" name="Google Shape;788;p80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89" name="Google Shape;789;p80"/>
          <p:cNvSpPr/>
          <p:nvPr>
            <p:ph idx="2" type="pic"/>
          </p:nvPr>
        </p:nvSpPr>
        <p:spPr>
          <a:xfrm>
            <a:off x="170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90" name="Google Shape;790;p80"/>
          <p:cNvSpPr txBox="1"/>
          <p:nvPr>
            <p:ph idx="1" type="subTitle"/>
          </p:nvPr>
        </p:nvSpPr>
        <p:spPr>
          <a:xfrm>
            <a:off x="42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91" name="Google Shape;791;p80"/>
          <p:cNvSpPr txBox="1"/>
          <p:nvPr>
            <p:ph idx="3" type="subTitle"/>
          </p:nvPr>
        </p:nvSpPr>
        <p:spPr>
          <a:xfrm>
            <a:off x="42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792" name="Google Shape;792;p80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06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93" name="Google Shape;793;p80"/>
          <p:cNvSpPr/>
          <p:nvPr>
            <p:ph idx="4" type="pic"/>
          </p:nvPr>
        </p:nvSpPr>
        <p:spPr>
          <a:xfrm>
            <a:off x="4206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94" name="Google Shape;794;p80"/>
          <p:cNvSpPr txBox="1"/>
          <p:nvPr>
            <p:ph idx="5" type="subTitle"/>
          </p:nvPr>
        </p:nvSpPr>
        <p:spPr>
          <a:xfrm>
            <a:off x="2930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95" name="Google Shape;795;p80"/>
          <p:cNvSpPr txBox="1"/>
          <p:nvPr>
            <p:ph idx="6" type="subTitle"/>
          </p:nvPr>
        </p:nvSpPr>
        <p:spPr>
          <a:xfrm>
            <a:off x="2930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796" name="Google Shape;796;p80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97" name="Google Shape;797;p80"/>
          <p:cNvSpPr/>
          <p:nvPr>
            <p:ph idx="7" type="pic"/>
          </p:nvPr>
        </p:nvSpPr>
        <p:spPr>
          <a:xfrm>
            <a:off x="671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98" name="Google Shape;798;p80"/>
          <p:cNvSpPr txBox="1"/>
          <p:nvPr>
            <p:ph idx="8" type="subTitle"/>
          </p:nvPr>
        </p:nvSpPr>
        <p:spPr>
          <a:xfrm>
            <a:off x="543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99" name="Google Shape;799;p80"/>
          <p:cNvSpPr txBox="1"/>
          <p:nvPr>
            <p:ph idx="9" type="subTitle"/>
          </p:nvPr>
        </p:nvSpPr>
        <p:spPr>
          <a:xfrm>
            <a:off x="543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800" name="Google Shape;800;p80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801" name="Google Shape;801;p80"/>
          <p:cNvSpPr/>
          <p:nvPr>
            <p:ph idx="13" type="pic"/>
          </p:nvPr>
        </p:nvSpPr>
        <p:spPr>
          <a:xfrm>
            <a:off x="170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02" name="Google Shape;802;p80"/>
          <p:cNvSpPr txBox="1"/>
          <p:nvPr>
            <p:ph idx="14" type="subTitle"/>
          </p:nvPr>
        </p:nvSpPr>
        <p:spPr>
          <a:xfrm>
            <a:off x="42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03" name="Google Shape;803;p80"/>
          <p:cNvSpPr txBox="1"/>
          <p:nvPr>
            <p:ph idx="15" type="subTitle"/>
          </p:nvPr>
        </p:nvSpPr>
        <p:spPr>
          <a:xfrm>
            <a:off x="42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804" name="Google Shape;804;p80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06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805" name="Google Shape;805;p80"/>
          <p:cNvSpPr/>
          <p:nvPr>
            <p:ph idx="16" type="pic"/>
          </p:nvPr>
        </p:nvSpPr>
        <p:spPr>
          <a:xfrm>
            <a:off x="4206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06" name="Google Shape;806;p80"/>
          <p:cNvSpPr txBox="1"/>
          <p:nvPr>
            <p:ph idx="17" type="subTitle"/>
          </p:nvPr>
        </p:nvSpPr>
        <p:spPr>
          <a:xfrm>
            <a:off x="2930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07" name="Google Shape;807;p80"/>
          <p:cNvSpPr txBox="1"/>
          <p:nvPr>
            <p:ph idx="18" type="subTitle"/>
          </p:nvPr>
        </p:nvSpPr>
        <p:spPr>
          <a:xfrm>
            <a:off x="2930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808" name="Google Shape;808;p80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809" name="Google Shape;809;p80"/>
          <p:cNvSpPr/>
          <p:nvPr>
            <p:ph idx="19" type="pic"/>
          </p:nvPr>
        </p:nvSpPr>
        <p:spPr>
          <a:xfrm>
            <a:off x="671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10" name="Google Shape;810;p80"/>
          <p:cNvSpPr txBox="1"/>
          <p:nvPr>
            <p:ph idx="20" type="subTitle"/>
          </p:nvPr>
        </p:nvSpPr>
        <p:spPr>
          <a:xfrm>
            <a:off x="543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11" name="Google Shape;811;p80"/>
          <p:cNvSpPr txBox="1"/>
          <p:nvPr>
            <p:ph idx="21" type="subTitle"/>
          </p:nvPr>
        </p:nvSpPr>
        <p:spPr>
          <a:xfrm>
            <a:off x="543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812" name="Google Shape;812;p80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813" name="Google Shape;813;p80"/>
          <p:cNvSpPr/>
          <p:nvPr>
            <p:ph idx="22" type="pic"/>
          </p:nvPr>
        </p:nvSpPr>
        <p:spPr>
          <a:xfrm>
            <a:off x="1701300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14" name="Google Shape;814;p80"/>
          <p:cNvSpPr txBox="1"/>
          <p:nvPr>
            <p:ph idx="23" type="subTitle"/>
          </p:nvPr>
        </p:nvSpPr>
        <p:spPr>
          <a:xfrm>
            <a:off x="425050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15" name="Google Shape;815;p80"/>
          <p:cNvSpPr txBox="1"/>
          <p:nvPr>
            <p:ph idx="24" type="subTitle"/>
          </p:nvPr>
        </p:nvSpPr>
        <p:spPr>
          <a:xfrm>
            <a:off x="425050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816" name="Google Shape;816;p80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14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817" name="Google Shape;817;p80"/>
          <p:cNvSpPr/>
          <p:nvPr>
            <p:ph idx="25" type="pic"/>
          </p:nvPr>
        </p:nvSpPr>
        <p:spPr>
          <a:xfrm>
            <a:off x="4214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18" name="Google Shape;818;p80"/>
          <p:cNvSpPr txBox="1"/>
          <p:nvPr>
            <p:ph idx="26" type="subTitle"/>
          </p:nvPr>
        </p:nvSpPr>
        <p:spPr>
          <a:xfrm>
            <a:off x="2937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19" name="Google Shape;819;p80"/>
          <p:cNvSpPr txBox="1"/>
          <p:nvPr>
            <p:ph idx="27" type="subTitle"/>
          </p:nvPr>
        </p:nvSpPr>
        <p:spPr>
          <a:xfrm>
            <a:off x="2937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820" name="Google Shape;820;p80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9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821" name="Google Shape;821;p80"/>
          <p:cNvSpPr/>
          <p:nvPr>
            <p:ph idx="28" type="pic"/>
          </p:nvPr>
        </p:nvSpPr>
        <p:spPr>
          <a:xfrm>
            <a:off x="6719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2" name="Google Shape;822;p80"/>
          <p:cNvSpPr txBox="1"/>
          <p:nvPr>
            <p:ph idx="29" type="subTitle"/>
          </p:nvPr>
        </p:nvSpPr>
        <p:spPr>
          <a:xfrm>
            <a:off x="5442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23" name="Google Shape;823;p80"/>
          <p:cNvSpPr txBox="1"/>
          <p:nvPr>
            <p:ph idx="30" type="subTitle"/>
          </p:nvPr>
        </p:nvSpPr>
        <p:spPr>
          <a:xfrm>
            <a:off x="5442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24" name="Google Shape;824;p80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5" name="Google Shape;825;p80"/>
          <p:cNvSpPr txBox="1"/>
          <p:nvPr>
            <p:ph idx="3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26" name="Google Shape;826;p80"/>
          <p:cNvSpPr txBox="1"/>
          <p:nvPr>
            <p:ph idx="3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27" name="Google Shape;827;p80"/>
          <p:cNvSpPr txBox="1"/>
          <p:nvPr>
            <p:ph idx="3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28" name="Google Shape;828;p8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2">
  <p:cSld name="CUSTOM_6_1"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81"/>
          <p:cNvSpPr txBox="1"/>
          <p:nvPr>
            <p:ph idx="1" type="subTitle"/>
          </p:nvPr>
        </p:nvSpPr>
        <p:spPr>
          <a:xfrm>
            <a:off x="284700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31" name="Google Shape;831;p81"/>
          <p:cNvSpPr txBox="1"/>
          <p:nvPr>
            <p:ph idx="2" type="subTitle"/>
          </p:nvPr>
        </p:nvSpPr>
        <p:spPr>
          <a:xfrm>
            <a:off x="3375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32" name="Google Shape;832;p81"/>
          <p:cNvSpPr txBox="1"/>
          <p:nvPr>
            <p:ph idx="3" type="subTitle"/>
          </p:nvPr>
        </p:nvSpPr>
        <p:spPr>
          <a:xfrm>
            <a:off x="6350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33" name="Google Shape;833;p81"/>
          <p:cNvSpPr/>
          <p:nvPr>
            <p:ph idx="4" type="pic"/>
          </p:nvPr>
        </p:nvSpPr>
        <p:spPr>
          <a:xfrm>
            <a:off x="1811447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34" name="Google Shape;834;p81"/>
          <p:cNvSpPr txBox="1"/>
          <p:nvPr>
            <p:ph idx="5" type="subTitle"/>
          </p:nvPr>
        </p:nvSpPr>
        <p:spPr>
          <a:xfrm>
            <a:off x="535197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35" name="Google Shape;835;p81"/>
          <p:cNvSpPr txBox="1"/>
          <p:nvPr>
            <p:ph idx="6" type="subTitle"/>
          </p:nvPr>
        </p:nvSpPr>
        <p:spPr>
          <a:xfrm>
            <a:off x="535197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36" name="Google Shape;836;p81"/>
          <p:cNvSpPr/>
          <p:nvPr>
            <p:ph idx="7" type="pic"/>
          </p:nvPr>
        </p:nvSpPr>
        <p:spPr>
          <a:xfrm>
            <a:off x="1811447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37" name="Google Shape;837;p81"/>
          <p:cNvSpPr txBox="1"/>
          <p:nvPr>
            <p:ph idx="8" type="subTitle"/>
          </p:nvPr>
        </p:nvSpPr>
        <p:spPr>
          <a:xfrm>
            <a:off x="535197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38" name="Google Shape;838;p81"/>
          <p:cNvSpPr txBox="1"/>
          <p:nvPr>
            <p:ph idx="9" type="subTitle"/>
          </p:nvPr>
        </p:nvSpPr>
        <p:spPr>
          <a:xfrm>
            <a:off x="535197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39" name="Google Shape;839;p81"/>
          <p:cNvSpPr/>
          <p:nvPr>
            <p:ph idx="13" type="pic"/>
          </p:nvPr>
        </p:nvSpPr>
        <p:spPr>
          <a:xfrm>
            <a:off x="1811447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40" name="Google Shape;840;p81"/>
          <p:cNvSpPr txBox="1"/>
          <p:nvPr>
            <p:ph idx="14" type="subTitle"/>
          </p:nvPr>
        </p:nvSpPr>
        <p:spPr>
          <a:xfrm>
            <a:off x="535197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41" name="Google Shape;841;p81"/>
          <p:cNvSpPr txBox="1"/>
          <p:nvPr>
            <p:ph idx="15" type="subTitle"/>
          </p:nvPr>
        </p:nvSpPr>
        <p:spPr>
          <a:xfrm>
            <a:off x="535197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42" name="Google Shape;842;p81"/>
          <p:cNvSpPr/>
          <p:nvPr>
            <p:ph idx="16" type="pic"/>
          </p:nvPr>
        </p:nvSpPr>
        <p:spPr>
          <a:xfrm>
            <a:off x="4913135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43" name="Google Shape;843;p81"/>
          <p:cNvSpPr txBox="1"/>
          <p:nvPr>
            <p:ph idx="17" type="subTitle"/>
          </p:nvPr>
        </p:nvSpPr>
        <p:spPr>
          <a:xfrm>
            <a:off x="3636885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44" name="Google Shape;844;p81"/>
          <p:cNvSpPr txBox="1"/>
          <p:nvPr>
            <p:ph idx="18" type="subTitle"/>
          </p:nvPr>
        </p:nvSpPr>
        <p:spPr>
          <a:xfrm>
            <a:off x="3636885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45" name="Google Shape;845;p81"/>
          <p:cNvSpPr/>
          <p:nvPr>
            <p:ph idx="19" type="pic"/>
          </p:nvPr>
        </p:nvSpPr>
        <p:spPr>
          <a:xfrm>
            <a:off x="4913135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46" name="Google Shape;846;p81"/>
          <p:cNvSpPr txBox="1"/>
          <p:nvPr>
            <p:ph idx="20" type="subTitle"/>
          </p:nvPr>
        </p:nvSpPr>
        <p:spPr>
          <a:xfrm>
            <a:off x="3636885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47" name="Google Shape;847;p81"/>
          <p:cNvSpPr txBox="1"/>
          <p:nvPr>
            <p:ph idx="21" type="subTitle"/>
          </p:nvPr>
        </p:nvSpPr>
        <p:spPr>
          <a:xfrm>
            <a:off x="3636885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48" name="Google Shape;848;p81"/>
          <p:cNvSpPr/>
          <p:nvPr>
            <p:ph idx="22" type="pic"/>
          </p:nvPr>
        </p:nvSpPr>
        <p:spPr>
          <a:xfrm>
            <a:off x="4913135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49" name="Google Shape;849;p81"/>
          <p:cNvSpPr txBox="1"/>
          <p:nvPr>
            <p:ph idx="23" type="subTitle"/>
          </p:nvPr>
        </p:nvSpPr>
        <p:spPr>
          <a:xfrm>
            <a:off x="3636885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50" name="Google Shape;850;p81"/>
          <p:cNvSpPr txBox="1"/>
          <p:nvPr>
            <p:ph idx="24" type="subTitle"/>
          </p:nvPr>
        </p:nvSpPr>
        <p:spPr>
          <a:xfrm>
            <a:off x="3636885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51" name="Google Shape;851;p81"/>
          <p:cNvSpPr/>
          <p:nvPr>
            <p:ph idx="25" type="pic"/>
          </p:nvPr>
        </p:nvSpPr>
        <p:spPr>
          <a:xfrm>
            <a:off x="7877122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52" name="Google Shape;852;p81"/>
          <p:cNvSpPr txBox="1"/>
          <p:nvPr>
            <p:ph idx="26" type="subTitle"/>
          </p:nvPr>
        </p:nvSpPr>
        <p:spPr>
          <a:xfrm>
            <a:off x="6600872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53" name="Google Shape;853;p81"/>
          <p:cNvSpPr txBox="1"/>
          <p:nvPr>
            <p:ph idx="27" type="subTitle"/>
          </p:nvPr>
        </p:nvSpPr>
        <p:spPr>
          <a:xfrm>
            <a:off x="6600872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54" name="Google Shape;854;p81"/>
          <p:cNvSpPr/>
          <p:nvPr>
            <p:ph idx="28" type="pic"/>
          </p:nvPr>
        </p:nvSpPr>
        <p:spPr>
          <a:xfrm>
            <a:off x="7877122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55" name="Google Shape;855;p81"/>
          <p:cNvSpPr txBox="1"/>
          <p:nvPr>
            <p:ph idx="29" type="subTitle"/>
          </p:nvPr>
        </p:nvSpPr>
        <p:spPr>
          <a:xfrm>
            <a:off x="6600872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56" name="Google Shape;856;p81"/>
          <p:cNvSpPr txBox="1"/>
          <p:nvPr>
            <p:ph idx="30" type="subTitle"/>
          </p:nvPr>
        </p:nvSpPr>
        <p:spPr>
          <a:xfrm>
            <a:off x="6600872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57" name="Google Shape;857;p81"/>
          <p:cNvSpPr/>
          <p:nvPr>
            <p:ph idx="31" type="pic"/>
          </p:nvPr>
        </p:nvSpPr>
        <p:spPr>
          <a:xfrm>
            <a:off x="7877122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58" name="Google Shape;858;p81"/>
          <p:cNvSpPr txBox="1"/>
          <p:nvPr>
            <p:ph idx="32" type="subTitle"/>
          </p:nvPr>
        </p:nvSpPr>
        <p:spPr>
          <a:xfrm>
            <a:off x="6600872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59" name="Google Shape;859;p81"/>
          <p:cNvSpPr txBox="1"/>
          <p:nvPr>
            <p:ph idx="33" type="subTitle"/>
          </p:nvPr>
        </p:nvSpPr>
        <p:spPr>
          <a:xfrm>
            <a:off x="6600872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60" name="Google Shape;860;p81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61" name="Google Shape;861;p81"/>
          <p:cNvSpPr txBox="1"/>
          <p:nvPr>
            <p:ph idx="3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62" name="Google Shape;862;p81"/>
          <p:cNvSpPr txBox="1"/>
          <p:nvPr>
            <p:ph idx="3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63" name="Google Shape;863;p81"/>
          <p:cNvSpPr txBox="1"/>
          <p:nvPr>
            <p:ph idx="3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4" name="Google Shape;864;p8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itle only">
  <p:cSld name="TITLE_1_1_4_2"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82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867" name="Google Shape;867;p82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68" name="Google Shape;868;p82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69" name="Google Shape;869;p82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70" name="Google Shape;870;p8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objectives">
  <p:cSld name="TITLE_1_1_4_1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83"/>
          <p:cNvSpPr txBox="1"/>
          <p:nvPr>
            <p:ph idx="1" type="subTitle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73" name="Google Shape;873;p83"/>
          <p:cNvSpPr txBox="1"/>
          <p:nvPr>
            <p:ph idx="2" type="subTitle"/>
          </p:nvPr>
        </p:nvSpPr>
        <p:spPr>
          <a:xfrm>
            <a:off x="284700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74" name="Google Shape;874;p83"/>
          <p:cNvSpPr txBox="1"/>
          <p:nvPr>
            <p:ph idx="3" type="subTitle"/>
          </p:nvPr>
        </p:nvSpPr>
        <p:spPr>
          <a:xfrm>
            <a:off x="2709924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75" name="Google Shape;875;p83"/>
          <p:cNvSpPr txBox="1"/>
          <p:nvPr>
            <p:ph idx="4" type="subTitle"/>
          </p:nvPr>
        </p:nvSpPr>
        <p:spPr>
          <a:xfrm>
            <a:off x="2709924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76" name="Google Shape;876;p83"/>
          <p:cNvSpPr txBox="1"/>
          <p:nvPr>
            <p:ph idx="5" type="subTitle"/>
          </p:nvPr>
        </p:nvSpPr>
        <p:spPr>
          <a:xfrm>
            <a:off x="5135149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77" name="Google Shape;877;p83"/>
          <p:cNvSpPr txBox="1"/>
          <p:nvPr>
            <p:ph idx="6" type="subTitle"/>
          </p:nvPr>
        </p:nvSpPr>
        <p:spPr>
          <a:xfrm>
            <a:off x="5135149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78" name="Google Shape;878;p83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79" name="Google Shape;879;p83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80" name="Google Shape;880;p83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81" name="Google Shape;881;p83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2" name="Google Shape;882;p8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learnings">
  <p:cSld name="CUSTOM"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84"/>
          <p:cNvSpPr/>
          <p:nvPr/>
        </p:nvSpPr>
        <p:spPr>
          <a:xfrm flipH="1" rot="5400000">
            <a:off x="5052850" y="1254650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85" name="Google Shape;885;p84"/>
          <p:cNvSpPr/>
          <p:nvPr/>
        </p:nvSpPr>
        <p:spPr>
          <a:xfrm flipH="1">
            <a:off x="25" y="2692075"/>
            <a:ext cx="1709400" cy="16257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86" name="Google Shape;886;p84"/>
          <p:cNvSpPr/>
          <p:nvPr/>
        </p:nvSpPr>
        <p:spPr>
          <a:xfrm flipH="1" rot="5400000">
            <a:off x="851875" y="3504787"/>
            <a:ext cx="16257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87" name="Google Shape;887;p84"/>
          <p:cNvSpPr/>
          <p:nvPr/>
        </p:nvSpPr>
        <p:spPr>
          <a:xfrm flipH="1" rot="-5400000">
            <a:off x="-125" y="3483026"/>
            <a:ext cx="1665300" cy="16653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88" name="Google Shape;888;p84"/>
          <p:cNvSpPr/>
          <p:nvPr/>
        </p:nvSpPr>
        <p:spPr>
          <a:xfrm flipH="1" rot="5400000">
            <a:off x="5052850" y="2554039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89" name="Google Shape;889;p84"/>
          <p:cNvSpPr/>
          <p:nvPr/>
        </p:nvSpPr>
        <p:spPr>
          <a:xfrm flipH="1" rot="5400000">
            <a:off x="5052850" y="3858733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90" name="Google Shape;890;p84"/>
          <p:cNvSpPr txBox="1"/>
          <p:nvPr>
            <p:ph type="title"/>
          </p:nvPr>
        </p:nvSpPr>
        <p:spPr>
          <a:xfrm>
            <a:off x="283475" y="1790498"/>
            <a:ext cx="3162600" cy="905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91" name="Google Shape;891;p84"/>
          <p:cNvSpPr txBox="1"/>
          <p:nvPr>
            <p:ph idx="1" type="subTitle"/>
          </p:nvPr>
        </p:nvSpPr>
        <p:spPr>
          <a:xfrm>
            <a:off x="5052850" y="703626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92" name="Google Shape;892;p84"/>
          <p:cNvSpPr txBox="1"/>
          <p:nvPr>
            <p:ph idx="2" type="subTitle"/>
          </p:nvPr>
        </p:nvSpPr>
        <p:spPr>
          <a:xfrm>
            <a:off x="5052850" y="1447600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93" name="Google Shape;893;p84"/>
          <p:cNvSpPr txBox="1"/>
          <p:nvPr>
            <p:ph idx="3" type="subTitle"/>
          </p:nvPr>
        </p:nvSpPr>
        <p:spPr>
          <a:xfrm>
            <a:off x="5052850" y="2006687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94" name="Google Shape;894;p84"/>
          <p:cNvSpPr txBox="1"/>
          <p:nvPr>
            <p:ph idx="4" type="subTitle"/>
          </p:nvPr>
        </p:nvSpPr>
        <p:spPr>
          <a:xfrm>
            <a:off x="5052850" y="2750664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95" name="Google Shape;895;p84"/>
          <p:cNvSpPr txBox="1"/>
          <p:nvPr>
            <p:ph idx="5" type="subTitle"/>
          </p:nvPr>
        </p:nvSpPr>
        <p:spPr>
          <a:xfrm>
            <a:off x="5052850" y="3310695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96" name="Google Shape;896;p84"/>
          <p:cNvSpPr txBox="1"/>
          <p:nvPr>
            <p:ph idx="6" type="subTitle"/>
          </p:nvPr>
        </p:nvSpPr>
        <p:spPr>
          <a:xfrm>
            <a:off x="5052850" y="4054675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97" name="Google Shape;897;p84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98" name="Google Shape;898;p84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99" name="Google Shape;899;p84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00" name="Google Shape;900;p8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2"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85"/>
          <p:cNvSpPr txBox="1"/>
          <p:nvPr>
            <p:ph type="title"/>
          </p:nvPr>
        </p:nvSpPr>
        <p:spPr>
          <a:xfrm>
            <a:off x="4665825" y="1253625"/>
            <a:ext cx="4193400" cy="306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03" name="Google Shape;903;p85"/>
          <p:cNvSpPr txBox="1"/>
          <p:nvPr>
            <p:ph idx="1" type="body"/>
          </p:nvPr>
        </p:nvSpPr>
        <p:spPr>
          <a:xfrm>
            <a:off x="2534564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04" name="Google Shape;904;p85"/>
          <p:cNvSpPr txBox="1"/>
          <p:nvPr>
            <p:ph idx="2" type="body"/>
          </p:nvPr>
        </p:nvSpPr>
        <p:spPr>
          <a:xfrm>
            <a:off x="283925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05" name="Google Shape;905;p85"/>
          <p:cNvSpPr txBox="1"/>
          <p:nvPr>
            <p:ph idx="3" type="body"/>
          </p:nvPr>
        </p:nvSpPr>
        <p:spPr>
          <a:xfrm>
            <a:off x="4785202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06" name="Google Shape;906;p85"/>
          <p:cNvSpPr txBox="1"/>
          <p:nvPr>
            <p:ph idx="4" type="body"/>
          </p:nvPr>
        </p:nvSpPr>
        <p:spPr>
          <a:xfrm>
            <a:off x="7035841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07" name="Google Shape;907;p85"/>
          <p:cNvSpPr txBox="1"/>
          <p:nvPr>
            <p:ph idx="5" type="body"/>
          </p:nvPr>
        </p:nvSpPr>
        <p:spPr>
          <a:xfrm>
            <a:off x="283925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908" name="Google Shape;908;p85"/>
          <p:cNvSpPr txBox="1"/>
          <p:nvPr>
            <p:ph idx="6" type="body"/>
          </p:nvPr>
        </p:nvSpPr>
        <p:spPr>
          <a:xfrm>
            <a:off x="2534564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909" name="Google Shape;909;p85"/>
          <p:cNvSpPr txBox="1"/>
          <p:nvPr>
            <p:ph idx="7" type="body"/>
          </p:nvPr>
        </p:nvSpPr>
        <p:spPr>
          <a:xfrm>
            <a:off x="4785202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910" name="Google Shape;910;p85"/>
          <p:cNvSpPr txBox="1"/>
          <p:nvPr>
            <p:ph idx="8" type="body"/>
          </p:nvPr>
        </p:nvSpPr>
        <p:spPr>
          <a:xfrm>
            <a:off x="7035841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911" name="Google Shape;911;p85"/>
          <p:cNvSpPr/>
          <p:nvPr/>
        </p:nvSpPr>
        <p:spPr>
          <a:xfrm flipH="1" rot="10800000">
            <a:off x="-10739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12" name="Google Shape;912;p85"/>
          <p:cNvSpPr/>
          <p:nvPr/>
        </p:nvSpPr>
        <p:spPr>
          <a:xfrm flipH="1" rot="10800000">
            <a:off x="-34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13" name="Google Shape;913;p85"/>
          <p:cNvSpPr/>
          <p:nvPr/>
        </p:nvSpPr>
        <p:spPr>
          <a:xfrm flipH="1" rot="10800000">
            <a:off x="10723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14" name="Google Shape;914;p85"/>
          <p:cNvSpPr/>
          <p:nvPr/>
        </p:nvSpPr>
        <p:spPr>
          <a:xfrm flipH="1" rot="10800000">
            <a:off x="2149393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15" name="Google Shape;915;p85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16" name="Google Shape;916;p85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17" name="Google Shape;917;p85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18" name="Google Shape;918;p8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 &amp; QA">
  <p:cSld name="CUSTOM_3"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86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21" name="Google Shape;921;p86"/>
          <p:cNvSpPr txBox="1"/>
          <p:nvPr>
            <p:ph idx="1" type="subTitle"/>
          </p:nvPr>
        </p:nvSpPr>
        <p:spPr>
          <a:xfrm>
            <a:off x="284700" y="3566350"/>
            <a:ext cx="4557300" cy="1227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22" name="Google Shape;922;p86"/>
          <p:cNvSpPr/>
          <p:nvPr/>
        </p:nvSpPr>
        <p:spPr>
          <a:xfrm>
            <a:off x="3890550" y="-1634700"/>
            <a:ext cx="3509100" cy="3267600"/>
          </a:xfrm>
          <a:prstGeom prst="pie">
            <a:avLst>
              <a:gd fmla="val 0" name="adj1"/>
              <a:gd fmla="val 5401683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23" name="Google Shape;923;p86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5409954" name="adj1"/>
              <a:gd fmla="val 1080318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24" name="Google Shape;924;p86"/>
          <p:cNvSpPr/>
          <p:nvPr/>
        </p:nvSpPr>
        <p:spPr>
          <a:xfrm rot="-5400000">
            <a:off x="5639256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25" name="Google Shape;925;p86"/>
          <p:cNvSpPr/>
          <p:nvPr/>
        </p:nvSpPr>
        <p:spPr>
          <a:xfrm>
            <a:off x="5640000" y="-1634700"/>
            <a:ext cx="3509100" cy="3267600"/>
          </a:xfrm>
          <a:prstGeom prst="pie">
            <a:avLst>
              <a:gd fmla="val 0" name="adj1"/>
              <a:gd fmla="val 540036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26" name="Google Shape;926;p86"/>
          <p:cNvSpPr txBox="1"/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927" name="Google Shape;927;p8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8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30" name="Google Shape;930;p8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8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8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35" name="Google Shape;935;p8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38" name="Google Shape;938;p9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9" name="Google Shape;939;p9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9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44" name="Google Shape;944;p9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9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9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49" name="Google Shape;949;p9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50" name="Google Shape;950;p9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9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9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55" name="Google Shape;955;p9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9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59" name="Google Shape;959;p9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60" name="Google Shape;960;p9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61" name="Google Shape;961;p9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62" name="Google Shape;962;p9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63" name="Google Shape;963;p9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64" name="Google Shape;964;p9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9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67" name="Google Shape;967;p9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68" name="Google Shape;968;p9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10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71" name="Google Shape;971;p10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2" name="Google Shape;972;p10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3" name="Google Shape;973;p10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4" name="Google Shape;974;p10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10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7" name="Google Shape;977;p10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8" name="Google Shape;978;p10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79" name="Google Shape;979;p10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0" name="Google Shape;980;p10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1" name="Google Shape;981;p10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2" name="Google Shape;982;p10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10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5" name="Google Shape;985;p10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6" name="Google Shape;986;p10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7" name="Google Shape;987;p10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8" name="Google Shape;988;p10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89" name="Google Shape;989;p10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0" name="Google Shape;990;p10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1" name="Google Shape;991;p10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2" name="Google Shape;992;p10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10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95" name="Google Shape;995;p10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10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98" name="Google Shape;998;p10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99" name="Google Shape;999;p10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00" name="Google Shape;1000;p10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1" name="Google Shape;1001;p10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002" name="Google Shape;1002;p10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03" name="Google Shape;1003;p10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10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6" name="Google Shape;1006;p10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7" name="Google Shape;1007;p10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8" name="Google Shape;1008;p10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9" name="Google Shape;1009;p10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0" name="Google Shape;1010;p10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11" name="Google Shape;1011;p10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012" name="Google Shape;1012;p10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13" name="Google Shape;1013;p10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14" name="Google Shape;1014;p10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10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10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9" name="Google Shape;1019;p10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20" name="Google Shape;1020;p10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21" name="Google Shape;1021;p10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22" name="Google Shape;1022;p10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23" name="Google Shape;1023;p10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24" name="Google Shape;1024;p10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025" name="Google Shape;1025;p10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26" name="Google Shape;1026;p10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27" name="Google Shape;1027;p10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3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3.xml"/><Relationship Id="rId42" Type="http://schemas.openxmlformats.org/officeDocument/2006/relationships/slideLayout" Target="../slideLayouts/slideLayout95.xml"/><Relationship Id="rId41" Type="http://schemas.openxmlformats.org/officeDocument/2006/relationships/slideLayout" Target="../slideLayouts/slideLayout94.xml"/><Relationship Id="rId44" Type="http://schemas.openxmlformats.org/officeDocument/2006/relationships/slideLayout" Target="../slideLayouts/slideLayout97.xml"/><Relationship Id="rId43" Type="http://schemas.openxmlformats.org/officeDocument/2006/relationships/slideLayout" Target="../slideLayouts/slideLayout96.xml"/><Relationship Id="rId46" Type="http://schemas.openxmlformats.org/officeDocument/2006/relationships/slideLayout" Target="../slideLayouts/slideLayout99.xml"/><Relationship Id="rId45" Type="http://schemas.openxmlformats.org/officeDocument/2006/relationships/slideLayout" Target="../slideLayouts/slideLayout98.xml"/><Relationship Id="rId1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48" Type="http://schemas.openxmlformats.org/officeDocument/2006/relationships/slideLayout" Target="../slideLayouts/slideLayout101.xml"/><Relationship Id="rId47" Type="http://schemas.openxmlformats.org/officeDocument/2006/relationships/slideLayout" Target="../slideLayouts/slideLayout100.xml"/><Relationship Id="rId49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0.xml"/><Relationship Id="rId8" Type="http://schemas.openxmlformats.org/officeDocument/2006/relationships/slideLayout" Target="../slideLayouts/slideLayout61.xml"/><Relationship Id="rId31" Type="http://schemas.openxmlformats.org/officeDocument/2006/relationships/slideLayout" Target="../slideLayouts/slideLayout84.xml"/><Relationship Id="rId30" Type="http://schemas.openxmlformats.org/officeDocument/2006/relationships/slideLayout" Target="../slideLayouts/slideLayout83.xml"/><Relationship Id="rId33" Type="http://schemas.openxmlformats.org/officeDocument/2006/relationships/slideLayout" Target="../slideLayouts/slideLayout86.xml"/><Relationship Id="rId32" Type="http://schemas.openxmlformats.org/officeDocument/2006/relationships/slideLayout" Target="../slideLayouts/slideLayout85.xml"/><Relationship Id="rId35" Type="http://schemas.openxmlformats.org/officeDocument/2006/relationships/slideLayout" Target="../slideLayouts/slideLayout88.xml"/><Relationship Id="rId34" Type="http://schemas.openxmlformats.org/officeDocument/2006/relationships/slideLayout" Target="../slideLayouts/slideLayout87.xml"/><Relationship Id="rId37" Type="http://schemas.openxmlformats.org/officeDocument/2006/relationships/slideLayout" Target="../slideLayouts/slideLayout90.xml"/><Relationship Id="rId36" Type="http://schemas.openxmlformats.org/officeDocument/2006/relationships/slideLayout" Target="../slideLayouts/slideLayout89.xml"/><Relationship Id="rId39" Type="http://schemas.openxmlformats.org/officeDocument/2006/relationships/slideLayout" Target="../slideLayouts/slideLayout92.xml"/><Relationship Id="rId38" Type="http://schemas.openxmlformats.org/officeDocument/2006/relationships/slideLayout" Target="../slideLayouts/slideLayout91.xml"/><Relationship Id="rId20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75.xml"/><Relationship Id="rId21" Type="http://schemas.openxmlformats.org/officeDocument/2006/relationships/slideLayout" Target="../slideLayouts/slideLayout74.xml"/><Relationship Id="rId24" Type="http://schemas.openxmlformats.org/officeDocument/2006/relationships/slideLayout" Target="../slideLayouts/slideLayout77.xml"/><Relationship Id="rId23" Type="http://schemas.openxmlformats.org/officeDocument/2006/relationships/slideLayout" Target="../slideLayouts/slideLayout76.xml"/><Relationship Id="rId26" Type="http://schemas.openxmlformats.org/officeDocument/2006/relationships/slideLayout" Target="../slideLayouts/slideLayout79.xml"/><Relationship Id="rId25" Type="http://schemas.openxmlformats.org/officeDocument/2006/relationships/slideLayout" Target="../slideLayouts/slideLayout78.xml"/><Relationship Id="rId28" Type="http://schemas.openxmlformats.org/officeDocument/2006/relationships/slideLayout" Target="../slideLayouts/slideLayout81.xml"/><Relationship Id="rId27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2.xml"/><Relationship Id="rId51" Type="http://schemas.openxmlformats.org/officeDocument/2006/relationships/slideLayout" Target="../slideLayouts/slideLayout104.xml"/><Relationship Id="rId50" Type="http://schemas.openxmlformats.org/officeDocument/2006/relationships/slideLayout" Target="../slideLayouts/slideLayout103.xml"/><Relationship Id="rId53" Type="http://schemas.openxmlformats.org/officeDocument/2006/relationships/theme" Target="../theme/theme1.xml"/><Relationship Id="rId52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69.xml"/><Relationship Id="rId19" Type="http://schemas.openxmlformats.org/officeDocument/2006/relationships/slideLayout" Target="../slideLayouts/slideLayout72.xml"/><Relationship Id="rId18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5"/>
          <p:cNvSpPr txBox="1"/>
          <p:nvPr>
            <p:ph idx="1" type="body"/>
          </p:nvPr>
        </p:nvSpPr>
        <p:spPr>
          <a:xfrm>
            <a:off x="284700" y="17823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29845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29845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29845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29845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29845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29845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29845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29845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66" name="Google Shape;466;p55"/>
          <p:cNvSpPr txBox="1"/>
          <p:nvPr>
            <p:ph type="title"/>
          </p:nvPr>
        </p:nvSpPr>
        <p:spPr>
          <a:xfrm>
            <a:off x="283475" y="459250"/>
            <a:ext cx="85758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  <p:sldLayoutId id="2147483726" r:id="rId26"/>
    <p:sldLayoutId id="2147483727" r:id="rId27"/>
    <p:sldLayoutId id="2147483728" r:id="rId28"/>
    <p:sldLayoutId id="2147483729" r:id="rId29"/>
    <p:sldLayoutId id="2147483730" r:id="rId30"/>
    <p:sldLayoutId id="2147483731" r:id="rId31"/>
    <p:sldLayoutId id="2147483732" r:id="rId32"/>
    <p:sldLayoutId id="2147483733" r:id="rId33"/>
    <p:sldLayoutId id="2147483734" r:id="rId34"/>
    <p:sldLayoutId id="2147483735" r:id="rId35"/>
    <p:sldLayoutId id="2147483736" r:id="rId36"/>
    <p:sldLayoutId id="2147483737" r:id="rId37"/>
    <p:sldLayoutId id="2147483738" r:id="rId38"/>
    <p:sldLayoutId id="2147483739" r:id="rId39"/>
    <p:sldLayoutId id="2147483740" r:id="rId40"/>
    <p:sldLayoutId id="2147483741" r:id="rId41"/>
    <p:sldLayoutId id="2147483742" r:id="rId42"/>
    <p:sldLayoutId id="2147483743" r:id="rId43"/>
    <p:sldLayoutId id="2147483744" r:id="rId44"/>
    <p:sldLayoutId id="2147483745" r:id="rId45"/>
    <p:sldLayoutId id="2147483746" r:id="rId46"/>
    <p:sldLayoutId id="2147483747" r:id="rId47"/>
    <p:sldLayoutId id="2147483748" r:id="rId48"/>
    <p:sldLayoutId id="2147483749" r:id="rId49"/>
    <p:sldLayoutId id="2147483750" r:id="rId50"/>
    <p:sldLayoutId id="2147483751" r:id="rId51"/>
    <p:sldLayoutId id="2147483752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108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latin typeface="Poppins"/>
                <a:ea typeface="Poppins"/>
                <a:cs typeface="Poppins"/>
                <a:sym typeface="Poppins"/>
              </a:rPr>
              <a:t>Predicting High-Traffic Recipes </a:t>
            </a:r>
            <a:endParaRPr b="1" sz="4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3" name="Google Shape;1033;p108"/>
          <p:cNvSpPr txBox="1"/>
          <p:nvPr>
            <p:ph type="title"/>
          </p:nvPr>
        </p:nvSpPr>
        <p:spPr>
          <a:xfrm>
            <a:off x="3187175" y="3671249"/>
            <a:ext cx="5622600" cy="997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oppins Light"/>
                <a:ea typeface="Poppins Light"/>
                <a:cs typeface="Poppins Light"/>
                <a:sym typeface="Poppins Light"/>
              </a:rPr>
              <a:t>Alexandros Papalexandris</a:t>
            </a:r>
            <a:endParaRPr sz="20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oppins Light"/>
                <a:ea typeface="Poppins Light"/>
                <a:cs typeface="Poppins Light"/>
                <a:sym typeface="Poppins Light"/>
              </a:rPr>
              <a:t>4/9/26</a:t>
            </a:r>
            <a:endParaRPr sz="20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109"/>
          <p:cNvSpPr txBox="1"/>
          <p:nvPr>
            <p:ph idx="4294967295" type="title"/>
          </p:nvPr>
        </p:nvSpPr>
        <p:spPr>
          <a:xfrm>
            <a:off x="1503150" y="727125"/>
            <a:ext cx="7366200" cy="2001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Poppins"/>
                <a:ea typeface="Poppins"/>
                <a:cs typeface="Poppins"/>
                <a:sym typeface="Poppins"/>
              </a:rPr>
              <a:t>The Business Problem</a:t>
            </a:r>
            <a:r>
              <a:rPr b="1" lang="en" sz="2700">
                <a:latin typeface="Poppins"/>
                <a:ea typeface="Poppins"/>
                <a:cs typeface="Poppins"/>
                <a:sym typeface="Poppins"/>
              </a:rPr>
              <a:t> </a:t>
            </a:r>
            <a:br>
              <a:rPr lang="en" sz="2700"/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" sz="1600">
                <a:latin typeface="Poppins"/>
                <a:ea typeface="Poppins"/>
                <a:cs typeface="Poppins"/>
                <a:sym typeface="Poppins"/>
              </a:rPr>
              <a:t>Product Manager manually picks one recipe to feature on the homepage each day 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" sz="1600">
                <a:latin typeface="Poppins"/>
                <a:ea typeface="Poppins"/>
                <a:cs typeface="Poppins"/>
                <a:sym typeface="Poppins"/>
              </a:rPr>
              <a:t>Featuring a popular recipe boosts site-wide traffic by up to 40% 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" sz="1600">
                <a:latin typeface="Poppins"/>
                <a:ea typeface="Poppins"/>
                <a:cs typeface="Poppins"/>
                <a:sym typeface="Poppins"/>
              </a:rPr>
              <a:t>No systematic way to know in advance if a recipe will be popular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9" name="Google Shape;1039;p109"/>
          <p:cNvSpPr/>
          <p:nvPr/>
        </p:nvSpPr>
        <p:spPr>
          <a:xfrm>
            <a:off x="1467097" y="2833650"/>
            <a:ext cx="7366200" cy="1572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Goal</a:t>
            </a:r>
            <a:br>
              <a:rPr lang="en" sz="18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</a:br>
            <a:endParaRPr sz="1800">
              <a:solidFill>
                <a:schemeClr val="l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Predict which recipes will drive High traffic, correctly at least 80% of the time</a:t>
            </a:r>
            <a:endParaRPr sz="17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110"/>
          <p:cNvSpPr txBox="1"/>
          <p:nvPr>
            <p:ph idx="1" type="subTitle"/>
          </p:nvPr>
        </p:nvSpPr>
        <p:spPr>
          <a:xfrm>
            <a:off x="3235425" y="947350"/>
            <a:ext cx="5277900" cy="68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947 recipes: </a:t>
            </a:r>
            <a:r>
              <a:rPr b="0" lang="en"/>
              <a:t>nutrition info, category, servings, traffic outcome </a:t>
            </a:r>
            <a:endParaRPr b="0"/>
          </a:p>
        </p:txBody>
      </p:sp>
      <p:sp>
        <p:nvSpPr>
          <p:cNvPr id="1045" name="Google Shape;1045;p110"/>
          <p:cNvSpPr txBox="1"/>
          <p:nvPr>
            <p:ph idx="3" type="subTitle"/>
          </p:nvPr>
        </p:nvSpPr>
        <p:spPr>
          <a:xfrm>
            <a:off x="3235425" y="1802647"/>
            <a:ext cx="5277900" cy="22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quality issues found &amp; fixed: 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0" lang="en"/>
              <a:t>Duplicate category label merged (Chicken Breast → Chicken) </a:t>
            </a:r>
            <a:endParaRPr b="0"/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0" lang="en"/>
              <a:t>Inconsistent text in servings cleaned ("4 as a snack" → 4) </a:t>
            </a:r>
            <a:endParaRPr b="0"/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0" lang="en"/>
              <a:t>Missing traffic values recoded as "Low" </a:t>
            </a:r>
            <a:endParaRPr b="0"/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0" lang="en"/>
              <a:t>52 recipes missing all nutrition data → removed </a:t>
            </a:r>
            <a:endParaRPr b="0"/>
          </a:p>
        </p:txBody>
      </p:sp>
      <p:sp>
        <p:nvSpPr>
          <p:cNvPr id="1046" name="Google Shape;1046;p110"/>
          <p:cNvSpPr txBox="1"/>
          <p:nvPr>
            <p:ph idx="6" type="subTitle"/>
          </p:nvPr>
        </p:nvSpPr>
        <p:spPr>
          <a:xfrm>
            <a:off x="3235425" y="4184325"/>
            <a:ext cx="5431500" cy="6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Final dataset: 895 recipes, fully cleaned </a:t>
            </a:r>
            <a:endParaRPr sz="2000"/>
          </a:p>
        </p:txBody>
      </p:sp>
      <p:sp>
        <p:nvSpPr>
          <p:cNvPr id="1047" name="Google Shape;1047;p110"/>
          <p:cNvSpPr txBox="1"/>
          <p:nvPr>
            <p:ph type="title"/>
          </p:nvPr>
        </p:nvSpPr>
        <p:spPr>
          <a:xfrm>
            <a:off x="3235425" y="38725"/>
            <a:ext cx="2860800" cy="8424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Poppins"/>
                <a:ea typeface="Poppins"/>
                <a:cs typeface="Poppins"/>
                <a:sym typeface="Poppins"/>
              </a:rPr>
              <a:t>The Data</a:t>
            </a:r>
            <a:r>
              <a:rPr b="1" lang="en" sz="3600"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36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111"/>
          <p:cNvSpPr txBox="1"/>
          <p:nvPr>
            <p:ph type="title"/>
          </p:nvPr>
        </p:nvSpPr>
        <p:spPr>
          <a:xfrm>
            <a:off x="474750" y="286200"/>
            <a:ext cx="5622600" cy="1141500"/>
          </a:xfrm>
          <a:prstGeom prst="rect">
            <a:avLst/>
          </a:prstGeom>
        </p:spPr>
        <p:txBody>
          <a:bodyPr anchorCtr="0" anchor="ctr" bIns="0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Poppins"/>
                <a:ea typeface="Poppins"/>
                <a:cs typeface="Poppins"/>
                <a:sym typeface="Poppins"/>
              </a:rPr>
              <a:t>Category alone is a powerful predictor: </a:t>
            </a:r>
            <a:br>
              <a:rPr lang="en" sz="1600"/>
            </a:br>
            <a:endParaRPr sz="16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</a:pPr>
            <a:r>
              <a:rPr lang="en" sz="1600">
                <a:latin typeface="Poppins"/>
                <a:ea typeface="Poppins"/>
                <a:cs typeface="Poppins"/>
                <a:sym typeface="Poppins"/>
              </a:rPr>
              <a:t>Vegetable, Potato, Pork: 90%+ High traffic 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</a:pPr>
            <a:r>
              <a:rPr lang="en" sz="1600">
                <a:latin typeface="Poppins"/>
                <a:ea typeface="Poppins"/>
                <a:cs typeface="Poppins"/>
                <a:sym typeface="Poppins"/>
              </a:rPr>
              <a:t>Beverages, Breakfast: under 31% High traffic 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53" name="Google Shape;1053;p111" title="slide4_category_traffic_themed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225" y="1583925"/>
            <a:ext cx="5581636" cy="341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112"/>
          <p:cNvSpPr txBox="1"/>
          <p:nvPr>
            <p:ph type="title"/>
          </p:nvPr>
        </p:nvSpPr>
        <p:spPr>
          <a:xfrm>
            <a:off x="380840" y="3425978"/>
            <a:ext cx="3573000" cy="11082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Poppins"/>
                <a:ea typeface="Poppins"/>
                <a:cs typeface="Poppins"/>
                <a:sym typeface="Poppins"/>
              </a:rPr>
              <a:t>Modeling </a:t>
            </a:r>
            <a:endParaRPr b="1" sz="30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Poppins"/>
                <a:ea typeface="Poppins"/>
                <a:cs typeface="Poppins"/>
                <a:sym typeface="Poppins"/>
              </a:rPr>
              <a:t>Approach </a:t>
            </a:r>
            <a:endParaRPr b="1" sz="3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9" name="Google Shape;1059;p112"/>
          <p:cNvSpPr txBox="1"/>
          <p:nvPr>
            <p:ph idx="2" type="body"/>
          </p:nvPr>
        </p:nvSpPr>
        <p:spPr>
          <a:xfrm>
            <a:off x="4665825" y="0"/>
            <a:ext cx="4193700" cy="514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Binary classification problem </a:t>
            </a:r>
            <a:br>
              <a:rPr lang="en" sz="1600"/>
            </a:br>
            <a:r>
              <a:rPr b="0" lang="en" sz="1600">
                <a:latin typeface="Poppins Light"/>
                <a:ea typeface="Poppins Light"/>
                <a:cs typeface="Poppins Light"/>
                <a:sym typeface="Poppins Light"/>
              </a:rPr>
              <a:t>(High traffic vs Low traffic)</a:t>
            </a:r>
            <a:br>
              <a:rPr b="0" lang="en" sz="1600">
                <a:latin typeface="Poppins Light"/>
                <a:ea typeface="Poppins Light"/>
                <a:cs typeface="Poppins Light"/>
                <a:sym typeface="Poppins Light"/>
              </a:rPr>
            </a:br>
            <a:endParaRPr b="0" sz="16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Baseline: Logistic Regression</a:t>
            </a:r>
            <a:br>
              <a:rPr lang="en" sz="1600"/>
            </a:br>
            <a:r>
              <a:rPr b="0" lang="en" sz="1600">
                <a:latin typeface="Poppins Light"/>
                <a:ea typeface="Poppins Light"/>
                <a:cs typeface="Poppins Light"/>
                <a:sym typeface="Poppins Light"/>
              </a:rPr>
              <a:t>Simple, interpretable</a:t>
            </a:r>
            <a:br>
              <a:rPr b="0" lang="en" sz="1600">
                <a:latin typeface="Poppins Light"/>
                <a:ea typeface="Poppins Light"/>
                <a:cs typeface="Poppins Light"/>
                <a:sym typeface="Poppins Light"/>
              </a:rPr>
            </a:br>
            <a:endParaRPr b="0" sz="16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Comparison: Decision Tree + XGBoost </a:t>
            </a:r>
            <a:br>
              <a:rPr lang="en" sz="1600"/>
            </a:br>
            <a:r>
              <a:rPr b="0" lang="en" sz="1600">
                <a:latin typeface="Poppins Light"/>
                <a:ea typeface="Poppins Light"/>
                <a:cs typeface="Poppins Light"/>
                <a:sym typeface="Poppins Light"/>
              </a:rPr>
              <a:t>Rule-based well suited to strong category patterns </a:t>
            </a:r>
            <a:endParaRPr b="0" sz="1600"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113"/>
          <p:cNvSpPr txBox="1"/>
          <p:nvPr>
            <p:ph type="title"/>
          </p:nvPr>
        </p:nvSpPr>
        <p:spPr>
          <a:xfrm>
            <a:off x="2715300" y="474750"/>
            <a:ext cx="3713400" cy="433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Poppins"/>
                <a:ea typeface="Poppins"/>
                <a:cs typeface="Poppins"/>
                <a:sym typeface="Poppins"/>
              </a:rPr>
              <a:t>Model Results </a:t>
            </a:r>
            <a:endParaRPr b="1" sz="30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65" name="Google Shape;1065;p113" title="slide6_model_results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250" y="1210125"/>
            <a:ext cx="5984726" cy="345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113"/>
          <p:cNvSpPr txBox="1"/>
          <p:nvPr/>
        </p:nvSpPr>
        <p:spPr>
          <a:xfrm>
            <a:off x="5903325" y="2403788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Simpler </a:t>
            </a:r>
            <a:r>
              <a:rPr lang="en" sz="16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 won - </a:t>
            </a:r>
            <a:br>
              <a:rPr lang="en" sz="16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br>
              <a:rPr lang="en" sz="16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r>
              <a:rPr lang="en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Logistic Regression beat both tree-based models and cleared the 80% target </a:t>
            </a:r>
            <a:endParaRPr sz="1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114"/>
          <p:cNvSpPr txBox="1"/>
          <p:nvPr>
            <p:ph type="title"/>
          </p:nvPr>
        </p:nvSpPr>
        <p:spPr>
          <a:xfrm>
            <a:off x="537075" y="190350"/>
            <a:ext cx="4287300" cy="5688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Poppins"/>
                <a:ea typeface="Poppins"/>
                <a:cs typeface="Poppins"/>
                <a:sym typeface="Poppins"/>
              </a:rPr>
              <a:t>Business Impact </a:t>
            </a:r>
            <a:endParaRPr b="1" sz="30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72" name="Google Shape;1072;p114" title="slide7_business_impac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150" y="759150"/>
            <a:ext cx="5112576" cy="3195351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114"/>
          <p:cNvSpPr txBox="1"/>
          <p:nvPr/>
        </p:nvSpPr>
        <p:spPr>
          <a:xfrm>
            <a:off x="792625" y="4083750"/>
            <a:ext cx="47058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Roughly 23% points of improvement over picking recipes without any data-driven guidance 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115"/>
          <p:cNvSpPr txBox="1"/>
          <p:nvPr>
            <p:ph idx="1" type="subTitle"/>
          </p:nvPr>
        </p:nvSpPr>
        <p:spPr>
          <a:xfrm>
            <a:off x="3389025" y="1197300"/>
            <a:ext cx="4843500" cy="317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Deploy the model - </a:t>
            </a:r>
            <a:r>
              <a:rPr b="0" lang="en"/>
              <a:t>it already exceeds the 80% target </a:t>
            </a:r>
            <a:endParaRPr b="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Prioritize Vegetable, Potato, and Pork recipes - </a:t>
            </a:r>
            <a:r>
              <a:rPr b="0" lang="en"/>
              <a:t>no model needed for this </a:t>
            </a:r>
            <a:endParaRPr b="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Use the model to rank recipes, keeping the Product Manager's final creative say </a:t>
            </a:r>
            <a:endParaRPr/>
          </a:p>
        </p:txBody>
      </p:sp>
      <p:sp>
        <p:nvSpPr>
          <p:cNvPr id="1079" name="Google Shape;1079;p115"/>
          <p:cNvSpPr txBox="1"/>
          <p:nvPr>
            <p:ph type="title"/>
          </p:nvPr>
        </p:nvSpPr>
        <p:spPr>
          <a:xfrm>
            <a:off x="1680750" y="286200"/>
            <a:ext cx="5782500" cy="660600"/>
          </a:xfrm>
          <a:prstGeom prst="rect">
            <a:avLst/>
          </a:prstGeom>
        </p:spPr>
        <p:txBody>
          <a:bodyPr anchorCtr="0" anchor="ctr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Poppins"/>
                <a:ea typeface="Poppins"/>
                <a:cs typeface="Poppins"/>
                <a:sym typeface="Poppins"/>
              </a:rPr>
              <a:t>Recommendations </a:t>
            </a:r>
            <a:endParaRPr b="1" sz="3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116"/>
          <p:cNvSpPr txBox="1"/>
          <p:nvPr>
            <p:ph idx="1" type="subTitle"/>
          </p:nvPr>
        </p:nvSpPr>
        <p:spPr>
          <a:xfrm>
            <a:off x="3452950" y="1668075"/>
            <a:ext cx="4471200" cy="22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0" lang="en"/>
              <a:t>Monitor models precision on live homepage picks going forward </a:t>
            </a:r>
            <a:endParaRPr b="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0" lang="en"/>
              <a:t>Revisit and retrain the model as more data accumulates </a:t>
            </a:r>
            <a:endParaRPr b="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0" lang="en"/>
              <a:t>Open to questions </a:t>
            </a:r>
            <a:endParaRPr b="0"/>
          </a:p>
        </p:txBody>
      </p:sp>
      <p:sp>
        <p:nvSpPr>
          <p:cNvPr id="1085" name="Google Shape;1085;p116"/>
          <p:cNvSpPr txBox="1"/>
          <p:nvPr>
            <p:ph type="title"/>
          </p:nvPr>
        </p:nvSpPr>
        <p:spPr>
          <a:xfrm>
            <a:off x="3644000" y="286200"/>
            <a:ext cx="2860800" cy="670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Poppins"/>
                <a:ea typeface="Poppins"/>
                <a:cs typeface="Poppins"/>
                <a:sym typeface="Poppins"/>
              </a:rPr>
              <a:t>Next Steps </a:t>
            </a:r>
            <a:endParaRPr b="1" sz="3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117"/>
          <p:cNvSpPr txBox="1"/>
          <p:nvPr>
            <p:ph type="title"/>
          </p:nvPr>
        </p:nvSpPr>
        <p:spPr>
          <a:xfrm>
            <a:off x="5467225" y="1459800"/>
            <a:ext cx="32679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r>
              <a:rPr lang="en"/>
              <a:t>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[INT] Project timeline/workflow presentation [Style 1] ">
  <a:themeElements>
    <a:clrScheme name="Google Colours">
      <a:dk1>
        <a:srgbClr val="292D3E"/>
      </a:dk1>
      <a:lt1>
        <a:srgbClr val="FFFFFF"/>
      </a:lt1>
      <a:dk2>
        <a:srgbClr val="F1F2DF"/>
      </a:dk2>
      <a:lt2>
        <a:srgbClr val="666666"/>
      </a:lt2>
      <a:accent1>
        <a:srgbClr val="6D31FD"/>
      </a:accent1>
      <a:accent2>
        <a:srgbClr val="066B6B"/>
      </a:accent2>
      <a:accent3>
        <a:srgbClr val="FFDF5F"/>
      </a:accent3>
      <a:accent4>
        <a:srgbClr val="8289FF"/>
      </a:accent4>
      <a:accent5>
        <a:srgbClr val="FF8127"/>
      </a:accent5>
      <a:accent6>
        <a:srgbClr val="CAF38D"/>
      </a:accent6>
      <a:hlink>
        <a:srgbClr val="8289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